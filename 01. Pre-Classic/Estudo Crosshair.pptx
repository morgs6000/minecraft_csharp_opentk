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3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152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740E33-66DF-1D55-BF4D-DB09F5FB3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5D08F29-4987-023C-CB93-62F3163A3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C534A5C-3881-B8EC-B426-29E6A6E99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F7C9A0-65B1-CAD7-B617-6FE963E7C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F231E6-3AB6-3D90-E43B-96CF01D6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432795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C7694A9-A3E3-8160-4B59-435083214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876564-A367-C181-44ED-952ED31AD0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BE14E-0D16-1EDB-F4DB-E3ED1E65E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F0B91D-DC38-3757-A0AB-BA6C1BA7D9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DF6A74C-9701-B6F9-A87E-A59E1B762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26426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4B774-B32C-774C-301B-65CFE29A3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FBCB082-1286-6AE7-0E66-9F40596E5C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D4E938A-3650-A11A-D89B-BE32B758F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61ED9DC-69CC-413C-F8D2-232BF328C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8E0661A-5EB9-BF5D-4270-96B8AAE54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39967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06F666-9DB8-7365-DB03-CD21879A0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AD97BE0-2A9A-19A5-8439-3B50DE2FFB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290F38-614F-A767-AF81-1DC7C5DD9E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566C176-999D-8313-54D4-8FB0F9A6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4F3816D-7E2C-14D9-E0FC-8805C9AAD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1A46899-113E-DD1D-0E7B-57679C310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06190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AE65F2D-F17A-603A-8820-EF03C2B33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3765331-006E-292F-86DE-53DDD0ECFA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36EC9A-3B50-FA68-B779-E19030EC6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4D630D9-2E58-7A09-4081-54FEEE892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A7ADF6E-E4E8-7F10-6135-30B9861D71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BFD8466-67FB-5502-B059-D453A92D8F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31B4855-4ACB-5AFD-AF2A-4BF9D4218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8F214C3-D31C-2CD1-5185-934EE251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081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450D82-7B2D-B3AC-0543-432DF58BB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0924264-5FA1-BF8F-3DC9-153B5C47B2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7838C62-CFAB-CF28-75AB-9DED2E1A0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0D5A408-9C7E-D169-2521-6342372D5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163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0631A03-BD04-35FD-6208-FB52E3443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A67DDF8-229C-2067-9220-5D12FC7AF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6D6A9F0-00BD-08C4-1BFA-A9061C219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6704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13B298-ABBA-1FAD-CCC9-DA0AFC993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47078B-E1CB-F60B-5FCA-E1791A8DF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413DF97-EB1B-340C-2C34-F7CDCA08F3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9EB344F-E684-77F3-5F42-6AF3B569D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7EC0352-10C0-154F-51A5-1A46B4290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860E97F-0A1A-F3D2-DB6D-1D63AF86E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8032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8DFE0E-6F79-5579-7039-15B6D2407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DE1D846-48B7-2051-3EDA-E9FBED97E0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F074207-BAEC-05FC-9677-5B94725F42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FD2F66-A990-FA5F-D8FA-0E70286AA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E8C3F7-33DD-18FC-C2CA-DF95A49BC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3CA6C7D-F85A-28F7-0A79-CE595961F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7589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CC2ECA-66FA-1127-19DB-CD9CF2687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12443F4-7F8D-7469-CED5-4B318540C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3040829-9243-731E-9E24-3DE261522C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452158-4C5B-6589-9618-86F75A23E8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1D6B38-D89C-11E6-DBA8-885584472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5220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B882F71-AE27-1E4B-4D29-FA570E712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D224260-6615-5218-6E6E-7E3A3ED439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F2A019-0A92-8600-6FE9-F4FB0CDA2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BD445A5-ECD7-0E47-D096-57E6131F0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F4F8660-114F-274A-4C1F-BE5817C5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6918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6B0D59D-8DBD-12ED-0500-2B1402998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D3738BE-8A62-173D-1DA5-B45A66FD42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BA5B14-0852-14D0-6839-494C608A82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B14C6D-BDBC-47D4-B1B8-92E45CC9264B}" type="datetimeFigureOut">
              <a:rPr lang="pt-BR" smtClean="0"/>
              <a:t>27/12/25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69ED28-C098-3D95-EBA1-A8733E352C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444A0A9-3608-4DB8-6C61-F9C6B8F5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56D719-8A5F-4FA5-BF64-1BD0F38DF8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20516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05725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B1B7BD-A659-5D7C-C095-8186919C4E21}"/>
              </a:ext>
            </a:extLst>
          </p:cNvPr>
          <p:cNvSpPr/>
          <p:nvPr/>
        </p:nvSpPr>
        <p:spPr>
          <a:xfrm>
            <a:off x="5940724" y="1751162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6932D3-A1D5-6B91-BC64-C4300F8BFD96}"/>
              </a:ext>
            </a:extLst>
          </p:cNvPr>
          <p:cNvSpPr/>
          <p:nvPr/>
        </p:nvSpPr>
        <p:spPr>
          <a:xfrm rot="5400000">
            <a:off x="5940723" y="1751161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4577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6932D3-A1D5-6B91-BC64-C4300F8BFD96}"/>
              </a:ext>
            </a:extLst>
          </p:cNvPr>
          <p:cNvSpPr/>
          <p:nvPr/>
        </p:nvSpPr>
        <p:spPr>
          <a:xfrm rot="5400000">
            <a:off x="5940723" y="1751161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FD4560D-C167-8897-5B20-6CFEB4E50BFF}"/>
              </a:ext>
            </a:extLst>
          </p:cNvPr>
          <p:cNvSpPr/>
          <p:nvPr/>
        </p:nvSpPr>
        <p:spPr>
          <a:xfrm>
            <a:off x="432816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8E54BC-286C-07D2-5813-8F4BCC157773}"/>
              </a:ext>
            </a:extLst>
          </p:cNvPr>
          <p:cNvSpPr/>
          <p:nvPr/>
        </p:nvSpPr>
        <p:spPr>
          <a:xfrm>
            <a:off x="432816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76124A7-5DBF-3F5C-4AFA-F2EF70566372}"/>
              </a:ext>
            </a:extLst>
          </p:cNvPr>
          <p:cNvSpPr/>
          <p:nvPr/>
        </p:nvSpPr>
        <p:spPr>
          <a:xfrm>
            <a:off x="768384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7A2D913-F1E9-3C18-93E5-D5952B940806}"/>
              </a:ext>
            </a:extLst>
          </p:cNvPr>
          <p:cNvSpPr/>
          <p:nvPr/>
        </p:nvSpPr>
        <p:spPr>
          <a:xfrm>
            <a:off x="768384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73B995-3626-52F7-C604-960B96363AC3}"/>
              </a:ext>
            </a:extLst>
          </p:cNvPr>
          <p:cNvSpPr txBox="1"/>
          <p:nvPr/>
        </p:nvSpPr>
        <p:spPr>
          <a:xfrm>
            <a:off x="2967123" y="3613892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0.0f, 0.0f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F225A-701F-1D8B-68C5-8090B67EA4E9}"/>
              </a:ext>
            </a:extLst>
          </p:cNvPr>
          <p:cNvSpPr txBox="1"/>
          <p:nvPr/>
        </p:nvSpPr>
        <p:spPr>
          <a:xfrm>
            <a:off x="7786206" y="3601935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1.0f, 0.0f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DBBF2FE-286E-4B32-247B-8A898480A610}"/>
              </a:ext>
            </a:extLst>
          </p:cNvPr>
          <p:cNvSpPr txBox="1"/>
          <p:nvPr/>
        </p:nvSpPr>
        <p:spPr>
          <a:xfrm>
            <a:off x="2958497" y="2864404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0.0f, 1.0f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6B0CBDD-311E-43FD-A616-2500A88E3A17}"/>
              </a:ext>
            </a:extLst>
          </p:cNvPr>
          <p:cNvSpPr txBox="1"/>
          <p:nvPr/>
        </p:nvSpPr>
        <p:spPr>
          <a:xfrm>
            <a:off x="7777580" y="2852447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1.0f, 1.0f</a:t>
            </a:r>
          </a:p>
        </p:txBody>
      </p:sp>
    </p:spTree>
    <p:extLst>
      <p:ext uri="{BB962C8B-B14F-4D97-AF65-F5344CB8AC3E}">
        <p14:creationId xmlns:p14="http://schemas.microsoft.com/office/powerpoint/2010/main" val="3561256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B1B7BD-A659-5D7C-C095-8186919C4E21}"/>
              </a:ext>
            </a:extLst>
          </p:cNvPr>
          <p:cNvSpPr/>
          <p:nvPr/>
        </p:nvSpPr>
        <p:spPr>
          <a:xfrm>
            <a:off x="5940724" y="1751162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E96F2EC-2709-5703-195C-1860D41C6666}"/>
              </a:ext>
            </a:extLst>
          </p:cNvPr>
          <p:cNvSpPr/>
          <p:nvPr/>
        </p:nvSpPr>
        <p:spPr>
          <a:xfrm>
            <a:off x="583778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635F8E1-3411-A595-D427-C2797EA669EC}"/>
              </a:ext>
            </a:extLst>
          </p:cNvPr>
          <p:cNvSpPr/>
          <p:nvPr/>
        </p:nvSpPr>
        <p:spPr>
          <a:xfrm>
            <a:off x="583778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837AE49-92F6-A3DF-C1C5-5DE921B7BDC6}"/>
              </a:ext>
            </a:extLst>
          </p:cNvPr>
          <p:cNvSpPr/>
          <p:nvPr/>
        </p:nvSpPr>
        <p:spPr>
          <a:xfrm>
            <a:off x="617422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8B4822-A2FB-C9B7-EC42-BFCBCFD2E8E5}"/>
              </a:ext>
            </a:extLst>
          </p:cNvPr>
          <p:cNvSpPr/>
          <p:nvPr/>
        </p:nvSpPr>
        <p:spPr>
          <a:xfrm>
            <a:off x="617422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C343CB-41C7-010B-5708-ACF61386690E}"/>
              </a:ext>
            </a:extLst>
          </p:cNvPr>
          <p:cNvSpPr txBox="1"/>
          <p:nvPr/>
        </p:nvSpPr>
        <p:spPr>
          <a:xfrm>
            <a:off x="4476743" y="513213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0.0f, 0.0f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F02E9A-16E7-2607-68DB-1A148BC82031}"/>
              </a:ext>
            </a:extLst>
          </p:cNvPr>
          <p:cNvSpPr txBox="1"/>
          <p:nvPr/>
        </p:nvSpPr>
        <p:spPr>
          <a:xfrm>
            <a:off x="6276586" y="5120181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1.0f, 0.0f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9FCA84-575B-265A-D0BC-8F5C436D85E7}"/>
              </a:ext>
            </a:extLst>
          </p:cNvPr>
          <p:cNvSpPr txBox="1"/>
          <p:nvPr/>
        </p:nvSpPr>
        <p:spPr>
          <a:xfrm>
            <a:off x="4468117" y="1354788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0.0f, 1.0f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AA665DA-AA6E-3886-0C56-B19A844C6475}"/>
              </a:ext>
            </a:extLst>
          </p:cNvPr>
          <p:cNvSpPr txBox="1"/>
          <p:nvPr/>
        </p:nvSpPr>
        <p:spPr>
          <a:xfrm>
            <a:off x="6267960" y="1342831"/>
            <a:ext cx="1451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1.0f, 1.0f</a:t>
            </a:r>
          </a:p>
        </p:txBody>
      </p:sp>
    </p:spTree>
    <p:extLst>
      <p:ext uri="{BB962C8B-B14F-4D97-AF65-F5344CB8AC3E}">
        <p14:creationId xmlns:p14="http://schemas.microsoft.com/office/powerpoint/2010/main" val="42676413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96932D3-A1D5-6B91-BC64-C4300F8BFD96}"/>
              </a:ext>
            </a:extLst>
          </p:cNvPr>
          <p:cNvSpPr/>
          <p:nvPr/>
        </p:nvSpPr>
        <p:spPr>
          <a:xfrm rot="5400000">
            <a:off x="5940723" y="1751161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BFD4560D-C167-8897-5B20-6CFEB4E50BFF}"/>
              </a:ext>
            </a:extLst>
          </p:cNvPr>
          <p:cNvSpPr/>
          <p:nvPr/>
        </p:nvSpPr>
        <p:spPr>
          <a:xfrm>
            <a:off x="432816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CD8E54BC-286C-07D2-5813-8F4BCC157773}"/>
              </a:ext>
            </a:extLst>
          </p:cNvPr>
          <p:cNvSpPr/>
          <p:nvPr/>
        </p:nvSpPr>
        <p:spPr>
          <a:xfrm>
            <a:off x="432816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276124A7-5DBF-3F5C-4AFA-F2EF70566372}"/>
              </a:ext>
            </a:extLst>
          </p:cNvPr>
          <p:cNvSpPr/>
          <p:nvPr/>
        </p:nvSpPr>
        <p:spPr>
          <a:xfrm>
            <a:off x="768384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57A2D913-F1E9-3C18-93E5-D5952B940806}"/>
              </a:ext>
            </a:extLst>
          </p:cNvPr>
          <p:cNvSpPr/>
          <p:nvPr/>
        </p:nvSpPr>
        <p:spPr>
          <a:xfrm>
            <a:off x="768384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573B995-3626-52F7-C604-960B96363AC3}"/>
              </a:ext>
            </a:extLst>
          </p:cNvPr>
          <p:cNvSpPr txBox="1"/>
          <p:nvPr/>
        </p:nvSpPr>
        <p:spPr>
          <a:xfrm>
            <a:off x="3600308" y="361389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-8, 0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F225A-701F-1D8B-68C5-8090B67EA4E9}"/>
              </a:ext>
            </a:extLst>
          </p:cNvPr>
          <p:cNvSpPr txBox="1"/>
          <p:nvPr/>
        </p:nvSpPr>
        <p:spPr>
          <a:xfrm>
            <a:off x="7786206" y="360193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9, 0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FDBBF2FE-286E-4B32-247B-8A898480A610}"/>
              </a:ext>
            </a:extLst>
          </p:cNvPr>
          <p:cNvSpPr txBox="1"/>
          <p:nvPr/>
        </p:nvSpPr>
        <p:spPr>
          <a:xfrm>
            <a:off x="3591682" y="286440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-8, 1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6B0CBDD-311E-43FD-A616-2500A88E3A17}"/>
              </a:ext>
            </a:extLst>
          </p:cNvPr>
          <p:cNvSpPr txBox="1"/>
          <p:nvPr/>
        </p:nvSpPr>
        <p:spPr>
          <a:xfrm>
            <a:off x="7777580" y="285244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9, 1</a:t>
            </a:r>
          </a:p>
        </p:txBody>
      </p:sp>
    </p:spTree>
    <p:extLst>
      <p:ext uri="{BB962C8B-B14F-4D97-AF65-F5344CB8AC3E}">
        <p14:creationId xmlns:p14="http://schemas.microsoft.com/office/powerpoint/2010/main" val="5774482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B1B7BD-A659-5D7C-C095-8186919C4E21}"/>
              </a:ext>
            </a:extLst>
          </p:cNvPr>
          <p:cNvSpPr/>
          <p:nvPr/>
        </p:nvSpPr>
        <p:spPr>
          <a:xfrm>
            <a:off x="5940724" y="1751162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E96F2EC-2709-5703-195C-1860D41C6666}"/>
              </a:ext>
            </a:extLst>
          </p:cNvPr>
          <p:cNvSpPr/>
          <p:nvPr/>
        </p:nvSpPr>
        <p:spPr>
          <a:xfrm>
            <a:off x="583778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635F8E1-3411-A595-D427-C2797EA669EC}"/>
              </a:ext>
            </a:extLst>
          </p:cNvPr>
          <p:cNvSpPr/>
          <p:nvPr/>
        </p:nvSpPr>
        <p:spPr>
          <a:xfrm>
            <a:off x="583778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837AE49-92F6-A3DF-C1C5-5DE921B7BDC6}"/>
              </a:ext>
            </a:extLst>
          </p:cNvPr>
          <p:cNvSpPr/>
          <p:nvPr/>
        </p:nvSpPr>
        <p:spPr>
          <a:xfrm>
            <a:off x="617422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8B4822-A2FB-C9B7-EC42-BFCBCFD2E8E5}"/>
              </a:ext>
            </a:extLst>
          </p:cNvPr>
          <p:cNvSpPr/>
          <p:nvPr/>
        </p:nvSpPr>
        <p:spPr>
          <a:xfrm>
            <a:off x="617422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C343CB-41C7-010B-5708-ACF61386690E}"/>
              </a:ext>
            </a:extLst>
          </p:cNvPr>
          <p:cNvSpPr txBox="1"/>
          <p:nvPr/>
        </p:nvSpPr>
        <p:spPr>
          <a:xfrm>
            <a:off x="5109928" y="513213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0, -8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F02E9A-16E7-2607-68DB-1A148BC82031}"/>
              </a:ext>
            </a:extLst>
          </p:cNvPr>
          <p:cNvSpPr txBox="1"/>
          <p:nvPr/>
        </p:nvSpPr>
        <p:spPr>
          <a:xfrm>
            <a:off x="6276586" y="512018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1, -8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9FCA84-575B-265A-D0BC-8F5C436D85E7}"/>
              </a:ext>
            </a:extLst>
          </p:cNvPr>
          <p:cNvSpPr txBox="1"/>
          <p:nvPr/>
        </p:nvSpPr>
        <p:spPr>
          <a:xfrm>
            <a:off x="5227940" y="135478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0, 9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AA665DA-AA6E-3886-0C56-B19A844C6475}"/>
              </a:ext>
            </a:extLst>
          </p:cNvPr>
          <p:cNvSpPr txBox="1"/>
          <p:nvPr/>
        </p:nvSpPr>
        <p:spPr>
          <a:xfrm>
            <a:off x="6267960" y="134283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1, 9</a:t>
            </a:r>
          </a:p>
        </p:txBody>
      </p:sp>
    </p:spTree>
    <p:extLst>
      <p:ext uri="{BB962C8B-B14F-4D97-AF65-F5344CB8AC3E}">
        <p14:creationId xmlns:p14="http://schemas.microsoft.com/office/powerpoint/2010/main" val="3560344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B1B7BD-A659-5D7C-C095-8186919C4E21}"/>
              </a:ext>
            </a:extLst>
          </p:cNvPr>
          <p:cNvSpPr/>
          <p:nvPr/>
        </p:nvSpPr>
        <p:spPr>
          <a:xfrm>
            <a:off x="5940724" y="1751162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E96F2EC-2709-5703-195C-1860D41C6666}"/>
              </a:ext>
            </a:extLst>
          </p:cNvPr>
          <p:cNvSpPr/>
          <p:nvPr/>
        </p:nvSpPr>
        <p:spPr>
          <a:xfrm>
            <a:off x="583778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635F8E1-3411-A595-D427-C2797EA669EC}"/>
              </a:ext>
            </a:extLst>
          </p:cNvPr>
          <p:cNvSpPr/>
          <p:nvPr/>
        </p:nvSpPr>
        <p:spPr>
          <a:xfrm>
            <a:off x="583778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837AE49-92F6-A3DF-C1C5-5DE921B7BDC6}"/>
              </a:ext>
            </a:extLst>
          </p:cNvPr>
          <p:cNvSpPr/>
          <p:nvPr/>
        </p:nvSpPr>
        <p:spPr>
          <a:xfrm>
            <a:off x="617422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8B4822-A2FB-C9B7-EC42-BFCBCFD2E8E5}"/>
              </a:ext>
            </a:extLst>
          </p:cNvPr>
          <p:cNvSpPr/>
          <p:nvPr/>
        </p:nvSpPr>
        <p:spPr>
          <a:xfrm>
            <a:off x="617422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C343CB-41C7-010B-5708-ACF61386690E}"/>
              </a:ext>
            </a:extLst>
          </p:cNvPr>
          <p:cNvSpPr txBox="1"/>
          <p:nvPr/>
        </p:nvSpPr>
        <p:spPr>
          <a:xfrm>
            <a:off x="5109928" y="513213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0, -8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F02E9A-16E7-2607-68DB-1A148BC82031}"/>
              </a:ext>
            </a:extLst>
          </p:cNvPr>
          <p:cNvSpPr txBox="1"/>
          <p:nvPr/>
        </p:nvSpPr>
        <p:spPr>
          <a:xfrm>
            <a:off x="6276586" y="512018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1, -8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9FCA84-575B-265A-D0BC-8F5C436D85E7}"/>
              </a:ext>
            </a:extLst>
          </p:cNvPr>
          <p:cNvSpPr txBox="1"/>
          <p:nvPr/>
        </p:nvSpPr>
        <p:spPr>
          <a:xfrm>
            <a:off x="5227940" y="1354788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0, 9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AA665DA-AA6E-3886-0C56-B19A844C6475}"/>
              </a:ext>
            </a:extLst>
          </p:cNvPr>
          <p:cNvSpPr txBox="1"/>
          <p:nvPr/>
        </p:nvSpPr>
        <p:spPr>
          <a:xfrm>
            <a:off x="6267960" y="134283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1, 9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C2BDC1C-0F87-02EB-CCBF-3CE60DAB9BC3}"/>
              </a:ext>
            </a:extLst>
          </p:cNvPr>
          <p:cNvSpPr/>
          <p:nvPr/>
        </p:nvSpPr>
        <p:spPr>
          <a:xfrm rot="5400000">
            <a:off x="5940723" y="1751161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6AFD9F6-64D0-A186-631C-AE5ED821839F}"/>
              </a:ext>
            </a:extLst>
          </p:cNvPr>
          <p:cNvSpPr/>
          <p:nvPr/>
        </p:nvSpPr>
        <p:spPr>
          <a:xfrm>
            <a:off x="432816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A0F7896-1403-AEC6-8BCE-DC79C5CC44B1}"/>
              </a:ext>
            </a:extLst>
          </p:cNvPr>
          <p:cNvSpPr/>
          <p:nvPr/>
        </p:nvSpPr>
        <p:spPr>
          <a:xfrm>
            <a:off x="432816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B2A304B-8DB9-CCA0-55C3-384034D32A53}"/>
              </a:ext>
            </a:extLst>
          </p:cNvPr>
          <p:cNvSpPr/>
          <p:nvPr/>
        </p:nvSpPr>
        <p:spPr>
          <a:xfrm>
            <a:off x="768384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162795-90AA-0358-BACB-60DE7F13268B}"/>
              </a:ext>
            </a:extLst>
          </p:cNvPr>
          <p:cNvSpPr/>
          <p:nvPr/>
        </p:nvSpPr>
        <p:spPr>
          <a:xfrm>
            <a:off x="768384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68B429-C911-1C4F-B93F-2A1068AD935E}"/>
              </a:ext>
            </a:extLst>
          </p:cNvPr>
          <p:cNvSpPr txBox="1"/>
          <p:nvPr/>
        </p:nvSpPr>
        <p:spPr>
          <a:xfrm>
            <a:off x="3600308" y="361389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-8, 0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0C8A29-BD26-F628-D5B2-DE91428741BF}"/>
              </a:ext>
            </a:extLst>
          </p:cNvPr>
          <p:cNvSpPr txBox="1"/>
          <p:nvPr/>
        </p:nvSpPr>
        <p:spPr>
          <a:xfrm>
            <a:off x="7786206" y="360193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9, 0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B9F910-A216-9CA5-E65B-09C54A4905B7}"/>
              </a:ext>
            </a:extLst>
          </p:cNvPr>
          <p:cNvSpPr txBox="1"/>
          <p:nvPr/>
        </p:nvSpPr>
        <p:spPr>
          <a:xfrm>
            <a:off x="3591682" y="286440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-8, 1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692EC99-8EAF-EAA8-8AD0-F1234B83AFAF}"/>
              </a:ext>
            </a:extLst>
          </p:cNvPr>
          <p:cNvSpPr txBox="1"/>
          <p:nvPr/>
        </p:nvSpPr>
        <p:spPr>
          <a:xfrm>
            <a:off x="7777580" y="285244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9, 1</a:t>
            </a:r>
          </a:p>
        </p:txBody>
      </p:sp>
    </p:spTree>
    <p:extLst>
      <p:ext uri="{BB962C8B-B14F-4D97-AF65-F5344CB8AC3E}">
        <p14:creationId xmlns:p14="http://schemas.microsoft.com/office/powerpoint/2010/main" val="1677513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B1B7BD-A659-5D7C-C095-8186919C4E21}"/>
              </a:ext>
            </a:extLst>
          </p:cNvPr>
          <p:cNvSpPr/>
          <p:nvPr/>
        </p:nvSpPr>
        <p:spPr>
          <a:xfrm>
            <a:off x="5940724" y="1751162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E96F2EC-2709-5703-195C-1860D41C6666}"/>
              </a:ext>
            </a:extLst>
          </p:cNvPr>
          <p:cNvSpPr/>
          <p:nvPr/>
        </p:nvSpPr>
        <p:spPr>
          <a:xfrm>
            <a:off x="583778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635F8E1-3411-A595-D427-C2797EA669EC}"/>
              </a:ext>
            </a:extLst>
          </p:cNvPr>
          <p:cNvSpPr/>
          <p:nvPr/>
        </p:nvSpPr>
        <p:spPr>
          <a:xfrm>
            <a:off x="583778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837AE49-92F6-A3DF-C1C5-5DE921B7BDC6}"/>
              </a:ext>
            </a:extLst>
          </p:cNvPr>
          <p:cNvSpPr/>
          <p:nvPr/>
        </p:nvSpPr>
        <p:spPr>
          <a:xfrm>
            <a:off x="617422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8B4822-A2FB-C9B7-EC42-BFCBCFD2E8E5}"/>
              </a:ext>
            </a:extLst>
          </p:cNvPr>
          <p:cNvSpPr/>
          <p:nvPr/>
        </p:nvSpPr>
        <p:spPr>
          <a:xfrm>
            <a:off x="617422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C343CB-41C7-010B-5708-ACF61386690E}"/>
              </a:ext>
            </a:extLst>
          </p:cNvPr>
          <p:cNvSpPr txBox="1"/>
          <p:nvPr/>
        </p:nvSpPr>
        <p:spPr>
          <a:xfrm>
            <a:off x="4983291" y="5132138"/>
            <a:ext cx="944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-1, -4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F02E9A-16E7-2607-68DB-1A148BC82031}"/>
              </a:ext>
            </a:extLst>
          </p:cNvPr>
          <p:cNvSpPr txBox="1"/>
          <p:nvPr/>
        </p:nvSpPr>
        <p:spPr>
          <a:xfrm>
            <a:off x="6276586" y="512018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0, -4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9FCA84-575B-265A-D0BC-8F5C436D85E7}"/>
              </a:ext>
            </a:extLst>
          </p:cNvPr>
          <p:cNvSpPr txBox="1"/>
          <p:nvPr/>
        </p:nvSpPr>
        <p:spPr>
          <a:xfrm>
            <a:off x="5101302" y="135478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-1, 5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AA665DA-AA6E-3886-0C56-B19A844C6475}"/>
              </a:ext>
            </a:extLst>
          </p:cNvPr>
          <p:cNvSpPr txBox="1"/>
          <p:nvPr/>
        </p:nvSpPr>
        <p:spPr>
          <a:xfrm>
            <a:off x="6267960" y="134283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0, 5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C2BDC1C-0F87-02EB-CCBF-3CE60DAB9BC3}"/>
              </a:ext>
            </a:extLst>
          </p:cNvPr>
          <p:cNvSpPr/>
          <p:nvPr/>
        </p:nvSpPr>
        <p:spPr>
          <a:xfrm rot="5400000">
            <a:off x="5940723" y="1751161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6AFD9F6-64D0-A186-631C-AE5ED821839F}"/>
              </a:ext>
            </a:extLst>
          </p:cNvPr>
          <p:cNvSpPr/>
          <p:nvPr/>
        </p:nvSpPr>
        <p:spPr>
          <a:xfrm>
            <a:off x="432816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A0F7896-1403-AEC6-8BCE-DC79C5CC44B1}"/>
              </a:ext>
            </a:extLst>
          </p:cNvPr>
          <p:cNvSpPr/>
          <p:nvPr/>
        </p:nvSpPr>
        <p:spPr>
          <a:xfrm>
            <a:off x="432816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B2A304B-8DB9-CCA0-55C3-384034D32A53}"/>
              </a:ext>
            </a:extLst>
          </p:cNvPr>
          <p:cNvSpPr/>
          <p:nvPr/>
        </p:nvSpPr>
        <p:spPr>
          <a:xfrm>
            <a:off x="768384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162795-90AA-0358-BACB-60DE7F13268B}"/>
              </a:ext>
            </a:extLst>
          </p:cNvPr>
          <p:cNvSpPr/>
          <p:nvPr/>
        </p:nvSpPr>
        <p:spPr>
          <a:xfrm>
            <a:off x="768384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68B429-C911-1C4F-B93F-2A1068AD935E}"/>
              </a:ext>
            </a:extLst>
          </p:cNvPr>
          <p:cNvSpPr txBox="1"/>
          <p:nvPr/>
        </p:nvSpPr>
        <p:spPr>
          <a:xfrm>
            <a:off x="3600308" y="3613892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-5, 0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0C8A29-BD26-F628-D5B2-DE91428741BF}"/>
              </a:ext>
            </a:extLst>
          </p:cNvPr>
          <p:cNvSpPr txBox="1"/>
          <p:nvPr/>
        </p:nvSpPr>
        <p:spPr>
          <a:xfrm>
            <a:off x="7786206" y="360193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4, 0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B9F910-A216-9CA5-E65B-09C54A4905B7}"/>
              </a:ext>
            </a:extLst>
          </p:cNvPr>
          <p:cNvSpPr txBox="1"/>
          <p:nvPr/>
        </p:nvSpPr>
        <p:spPr>
          <a:xfrm>
            <a:off x="3591682" y="2864404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-5, 1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692EC99-8EAF-EAA8-8AD0-F1234B83AFAF}"/>
              </a:ext>
            </a:extLst>
          </p:cNvPr>
          <p:cNvSpPr txBox="1"/>
          <p:nvPr/>
        </p:nvSpPr>
        <p:spPr>
          <a:xfrm>
            <a:off x="7777580" y="285244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4, 1</a:t>
            </a:r>
          </a:p>
        </p:txBody>
      </p:sp>
    </p:spTree>
    <p:extLst>
      <p:ext uri="{BB962C8B-B14F-4D97-AF65-F5344CB8AC3E}">
        <p14:creationId xmlns:p14="http://schemas.microsoft.com/office/powerpoint/2010/main" val="20328567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126CEC46-28DC-DF47-3140-CE0F08354E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53B1B7BD-A659-5D7C-C095-8186919C4E21}"/>
              </a:ext>
            </a:extLst>
          </p:cNvPr>
          <p:cNvSpPr/>
          <p:nvPr/>
        </p:nvSpPr>
        <p:spPr>
          <a:xfrm>
            <a:off x="5940724" y="1751162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id="{AE96F2EC-2709-5703-195C-1860D41C6666}"/>
              </a:ext>
            </a:extLst>
          </p:cNvPr>
          <p:cNvSpPr/>
          <p:nvPr/>
        </p:nvSpPr>
        <p:spPr>
          <a:xfrm>
            <a:off x="583778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8635F8E1-3411-A595-D427-C2797EA669EC}"/>
              </a:ext>
            </a:extLst>
          </p:cNvPr>
          <p:cNvSpPr/>
          <p:nvPr/>
        </p:nvSpPr>
        <p:spPr>
          <a:xfrm>
            <a:off x="583778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8837AE49-92F6-A3DF-C1C5-5DE921B7BDC6}"/>
              </a:ext>
            </a:extLst>
          </p:cNvPr>
          <p:cNvSpPr/>
          <p:nvPr/>
        </p:nvSpPr>
        <p:spPr>
          <a:xfrm>
            <a:off x="6174221" y="5012520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8E8B4822-A2FB-C9B7-EC42-BFCBCFD2E8E5}"/>
              </a:ext>
            </a:extLst>
          </p:cNvPr>
          <p:cNvSpPr/>
          <p:nvPr/>
        </p:nvSpPr>
        <p:spPr>
          <a:xfrm>
            <a:off x="6174221" y="1662321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9C343CB-41C7-010B-5708-ACF61386690E}"/>
              </a:ext>
            </a:extLst>
          </p:cNvPr>
          <p:cNvSpPr txBox="1"/>
          <p:nvPr/>
        </p:nvSpPr>
        <p:spPr>
          <a:xfrm>
            <a:off x="4983291" y="5132138"/>
            <a:ext cx="944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-1, -8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16F02E9A-16E7-2607-68DB-1A148BC82031}"/>
              </a:ext>
            </a:extLst>
          </p:cNvPr>
          <p:cNvSpPr txBox="1"/>
          <p:nvPr/>
        </p:nvSpPr>
        <p:spPr>
          <a:xfrm>
            <a:off x="6276586" y="5120181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1, -8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49FCA84-575B-265A-D0BC-8F5C436D85E7}"/>
              </a:ext>
            </a:extLst>
          </p:cNvPr>
          <p:cNvSpPr txBox="1"/>
          <p:nvPr/>
        </p:nvSpPr>
        <p:spPr>
          <a:xfrm>
            <a:off x="5101302" y="1354788"/>
            <a:ext cx="817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-1, 8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AA665DA-AA6E-3886-0C56-B19A844C6475}"/>
              </a:ext>
            </a:extLst>
          </p:cNvPr>
          <p:cNvSpPr txBox="1"/>
          <p:nvPr/>
        </p:nvSpPr>
        <p:spPr>
          <a:xfrm>
            <a:off x="6267960" y="1342831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1, 8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FC2BDC1C-0F87-02EB-CCBF-3CE60DAB9BC3}"/>
              </a:ext>
            </a:extLst>
          </p:cNvPr>
          <p:cNvSpPr/>
          <p:nvPr/>
        </p:nvSpPr>
        <p:spPr>
          <a:xfrm rot="5400000">
            <a:off x="5940723" y="1751161"/>
            <a:ext cx="310551" cy="33556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id="{26AFD9F6-64D0-A186-631C-AE5ED821839F}"/>
              </a:ext>
            </a:extLst>
          </p:cNvPr>
          <p:cNvSpPr/>
          <p:nvPr/>
        </p:nvSpPr>
        <p:spPr>
          <a:xfrm>
            <a:off x="432816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A0F7896-1403-AEC6-8BCE-DC79C5CC44B1}"/>
              </a:ext>
            </a:extLst>
          </p:cNvPr>
          <p:cNvSpPr/>
          <p:nvPr/>
        </p:nvSpPr>
        <p:spPr>
          <a:xfrm>
            <a:off x="432816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Elipse 14">
            <a:extLst>
              <a:ext uri="{FF2B5EF4-FFF2-40B4-BE49-F238E27FC236}">
                <a16:creationId xmlns:a16="http://schemas.microsoft.com/office/drawing/2014/main" id="{EB2A304B-8DB9-CCA0-55C3-384034D32A53}"/>
              </a:ext>
            </a:extLst>
          </p:cNvPr>
          <p:cNvSpPr/>
          <p:nvPr/>
        </p:nvSpPr>
        <p:spPr>
          <a:xfrm>
            <a:off x="7683841" y="3494274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Elipse 15">
            <a:extLst>
              <a:ext uri="{FF2B5EF4-FFF2-40B4-BE49-F238E27FC236}">
                <a16:creationId xmlns:a16="http://schemas.microsoft.com/office/drawing/2014/main" id="{41162795-90AA-0358-BACB-60DE7F13268B}"/>
              </a:ext>
            </a:extLst>
          </p:cNvPr>
          <p:cNvSpPr/>
          <p:nvPr/>
        </p:nvSpPr>
        <p:spPr>
          <a:xfrm>
            <a:off x="7683841" y="3171937"/>
            <a:ext cx="180000" cy="18000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7F68B429-C911-1C4F-B93F-2A1068AD935E}"/>
              </a:ext>
            </a:extLst>
          </p:cNvPr>
          <p:cNvSpPr txBox="1"/>
          <p:nvPr/>
        </p:nvSpPr>
        <p:spPr>
          <a:xfrm>
            <a:off x="3473671" y="3613892"/>
            <a:ext cx="944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-8, -1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B70C8A29-BD26-F628-D5B2-DE91428741BF}"/>
              </a:ext>
            </a:extLst>
          </p:cNvPr>
          <p:cNvSpPr txBox="1"/>
          <p:nvPr/>
        </p:nvSpPr>
        <p:spPr>
          <a:xfrm>
            <a:off x="7786206" y="3601935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8, 1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9AB9F910-A216-9CA5-E65B-09C54A4905B7}"/>
              </a:ext>
            </a:extLst>
          </p:cNvPr>
          <p:cNvSpPr txBox="1"/>
          <p:nvPr/>
        </p:nvSpPr>
        <p:spPr>
          <a:xfrm>
            <a:off x="3465045" y="2864404"/>
            <a:ext cx="9444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-8, -1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692EC99-8EAF-EAA8-8AD0-F1234B83AFAF}"/>
              </a:ext>
            </a:extLst>
          </p:cNvPr>
          <p:cNvSpPr txBox="1"/>
          <p:nvPr/>
        </p:nvSpPr>
        <p:spPr>
          <a:xfrm>
            <a:off x="7777580" y="2852447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C000"/>
                </a:solidFill>
                <a:latin typeface="Consolas" panose="020B0609020204030204" pitchFamily="49" charset="0"/>
              </a:rPr>
              <a:t>8, 1</a:t>
            </a:r>
          </a:p>
        </p:txBody>
      </p:sp>
    </p:spTree>
    <p:extLst>
      <p:ext uri="{BB962C8B-B14F-4D97-AF65-F5344CB8AC3E}">
        <p14:creationId xmlns:p14="http://schemas.microsoft.com/office/powerpoint/2010/main" val="3323099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142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Consolas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Morgana Stradivarius</dc:creator>
  <cp:lastModifiedBy>Morgana Stradivarius</cp:lastModifiedBy>
  <cp:revision>1</cp:revision>
  <dcterms:created xsi:type="dcterms:W3CDTF">2025-12-27T19:34:46Z</dcterms:created>
  <dcterms:modified xsi:type="dcterms:W3CDTF">2025-12-27T20:09:08Z</dcterms:modified>
</cp:coreProperties>
</file>