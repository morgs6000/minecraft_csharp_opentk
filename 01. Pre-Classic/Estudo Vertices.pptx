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8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5DF19-2758-7CD3-400B-E31B8AB7E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D5922-A37F-9837-20DC-39F022A3E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673657-2AC5-891B-8DA5-58723B78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2BA6F-5C4F-6A70-4700-82C0A8C9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F96C22-ECB1-0DDA-006B-7B4A10C6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8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B39A0-3F53-8189-2ED2-016B856A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BC1ED7-CCBF-0F1D-28A7-02CEDDBD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71278-D111-2D49-51C6-BFBA6635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B66D99-98C2-4E1A-2B16-A211DBEE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FE8880-5379-326D-32B4-DFD1DEBF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62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77E69-DDEB-716C-BD2B-28DBD721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2CA8C1-5AF7-78EF-7919-99482469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47D26-B479-A5FA-AFB4-21332711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53D6D-0C96-A659-FE21-31F380D0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896092-01CB-92F2-D5AD-46F008B6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2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172AC-38A7-3107-3409-BED9B9BC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3F4E48-34F7-93B6-49D1-DAA7E9EB6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A62A32-CD2F-E067-5FBE-27DE9EF5A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44DD04-899E-C7F1-D445-936E1AC5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897D72-C98D-06AF-B14C-B6502E3F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A8B56D-29EF-4693-5A6C-6C827251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35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52190-08DD-C00D-CB98-5DED8B5E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5C15AD-763B-FAE5-05FC-C74B1281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7BA722-9F58-3951-E589-7CAA4B9BC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959113-8F61-CB4A-724E-B4D9E6BF3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D8F8F5-7461-C82C-EB2D-2B939B14D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B45B50-CDD2-BED5-2E3A-E1B71FAC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7A3E1F-F171-E21C-6682-7D71AEEE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CCA4E7-5B5C-6CC2-2FDE-2D90925E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32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D469-EAD3-60EF-079A-E5E4CE9D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714EDE-AF5D-3012-C2A0-584EB775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D2CF86-1246-C74C-7247-8DECC00A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970371-A41C-0925-9DD4-0ABF7F17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66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64B8D5-C002-438F-649F-DDB5D9F5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000CFC-12AF-0C6F-C2D8-5624A2AF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95E6D5-C8B1-3DEF-61AC-63DF79EB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10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F0009-2EAC-5E04-E517-3D452DDB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B4459B-2C1F-14CB-82FA-57EB31F51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DEB2B7-4D52-67A9-845D-72753CF9D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2C1719-EEC5-803F-3B5A-70F2278F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192493-6AB0-686A-4731-5CEF4194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6DE993-EC0F-1E10-79AC-9E86E9B0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82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BF1EB-51D9-5793-6D0B-AF4DE7E7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C9D59D-B219-263E-1ED3-86FCC8C6D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103AC7-1FFE-C306-44FE-33AE01D7F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A7013D-967A-EF09-9B99-82E32FA9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E7D933-8C3F-0459-3E07-E920CA9A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0661CD-E423-0871-9B12-FF962079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17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E21B3-27C5-703F-0B9C-DA308281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E73D24-8159-CF0C-F052-CECCC6266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F4F9BA-E596-4C11-FDA3-BB5C1FC1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D1A56-54ED-BF97-D4C8-B97CC3A12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45785-F996-1766-467B-753EB727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19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95FAFE-D0BC-814E-4ED7-F976A5863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A302A7-2CCE-FBF4-1BAB-44E3D202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63F065-7C4E-7CFF-BA30-523B9DA1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0F9BDF-89C2-4F21-D63E-13C7AD7B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6114CD-C596-E7AF-0DAE-F8D4C472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31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CD14B4-976E-82ED-AB8A-4694FF45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8D42C8-80E4-D0F4-0AD5-3599454FB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8162F7-7154-7CAE-68DD-88F8B8F7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5FB30-1500-4883-9C35-12FF551837DE}" type="datetimeFigureOut">
              <a:rPr lang="pt-BR" smtClean="0"/>
              <a:t>31/12/25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E3078A-53B1-6F36-FDD1-E291E6DAA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F0BF51-695A-6672-8ED4-9E49A3C8C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03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710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F61EA3D-A626-A646-24F0-5C58836E264F}"/>
              </a:ext>
            </a:extLst>
          </p:cNvPr>
          <p:cNvCxnSpPr>
            <a:cxnSpLocks/>
          </p:cNvCxnSpPr>
          <p:nvPr/>
        </p:nvCxnSpPr>
        <p:spPr>
          <a:xfrm flipV="1">
            <a:off x="7123167" y="1568634"/>
            <a:ext cx="2086178" cy="125721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59C59BE-F518-C192-6107-C8930B389780}"/>
              </a:ext>
            </a:extLst>
          </p:cNvPr>
          <p:cNvCxnSpPr>
            <a:cxnSpLocks/>
          </p:cNvCxnSpPr>
          <p:nvPr/>
        </p:nvCxnSpPr>
        <p:spPr>
          <a:xfrm>
            <a:off x="6605526" y="4180630"/>
            <a:ext cx="0" cy="1440000"/>
          </a:xfrm>
          <a:prstGeom prst="straightConnector1">
            <a:avLst/>
          </a:prstGeom>
          <a:ln w="38100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C8CB0384-F620-79F6-4111-4496D2274B5E}"/>
              </a:ext>
            </a:extLst>
          </p:cNvPr>
          <p:cNvCxnSpPr/>
          <p:nvPr/>
        </p:nvCxnSpPr>
        <p:spPr>
          <a:xfrm flipH="1" flipV="1">
            <a:off x="3507508" y="2599118"/>
            <a:ext cx="2078966" cy="33643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7192D63-FD58-5BC6-7601-D9E9ACAD8818}"/>
              </a:ext>
            </a:extLst>
          </p:cNvPr>
          <p:cNvCxnSpPr>
            <a:cxnSpLocks/>
          </p:cNvCxnSpPr>
          <p:nvPr/>
        </p:nvCxnSpPr>
        <p:spPr>
          <a:xfrm>
            <a:off x="7645881" y="3256471"/>
            <a:ext cx="2096219" cy="345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0EDC7D-AC34-5C1F-9894-416BBDFFE4D3}"/>
              </a:ext>
            </a:extLst>
          </p:cNvPr>
          <p:cNvSpPr txBox="1"/>
          <p:nvPr/>
        </p:nvSpPr>
        <p:spPr>
          <a:xfrm>
            <a:off x="3038849" y="23696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-X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B71B70-AFC4-43D1-19CF-4BB76A7AD153}"/>
              </a:ext>
            </a:extLst>
          </p:cNvPr>
          <p:cNvSpPr txBox="1"/>
          <p:nvPr/>
        </p:nvSpPr>
        <p:spPr>
          <a:xfrm>
            <a:off x="9820347" y="346302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+X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0C52592-41F7-9C4D-A2B4-1BE5FE0ECBEA}"/>
              </a:ext>
            </a:extLst>
          </p:cNvPr>
          <p:cNvCxnSpPr>
            <a:cxnSpLocks/>
          </p:cNvCxnSpPr>
          <p:nvPr/>
        </p:nvCxnSpPr>
        <p:spPr>
          <a:xfrm flipV="1">
            <a:off x="6605526" y="571768"/>
            <a:ext cx="0" cy="14400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F8EEEA5-AA56-2A44-EA3F-93A0E3310469}"/>
              </a:ext>
            </a:extLst>
          </p:cNvPr>
          <p:cNvSpPr txBox="1"/>
          <p:nvPr/>
        </p:nvSpPr>
        <p:spPr>
          <a:xfrm>
            <a:off x="6428234" y="572191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-Y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E7FD0B-DA7B-ECC6-D63D-09F2E862C06E}"/>
              </a:ext>
            </a:extLst>
          </p:cNvPr>
          <p:cNvSpPr txBox="1"/>
          <p:nvPr/>
        </p:nvSpPr>
        <p:spPr>
          <a:xfrm>
            <a:off x="6404360" y="1806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+Y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C23B9BD-4942-FE5C-425D-CD8B089C13B5}"/>
              </a:ext>
            </a:extLst>
          </p:cNvPr>
          <p:cNvCxnSpPr>
            <a:cxnSpLocks/>
          </p:cNvCxnSpPr>
          <p:nvPr/>
        </p:nvCxnSpPr>
        <p:spPr>
          <a:xfrm flipH="1">
            <a:off x="4044067" y="3428999"/>
            <a:ext cx="2038350" cy="12668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CDA3DA9-317D-D970-9729-2D6598FCC4E2}"/>
              </a:ext>
            </a:extLst>
          </p:cNvPr>
          <p:cNvSpPr txBox="1"/>
          <p:nvPr/>
        </p:nvSpPr>
        <p:spPr>
          <a:xfrm>
            <a:off x="3633318" y="4693604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+Z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3AB40FA-9E61-9809-0C20-39622F73E9AD}"/>
              </a:ext>
            </a:extLst>
          </p:cNvPr>
          <p:cNvSpPr txBox="1"/>
          <p:nvPr/>
        </p:nvSpPr>
        <p:spPr>
          <a:xfrm>
            <a:off x="9213998" y="132452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-Z</a:t>
            </a:r>
          </a:p>
        </p:txBody>
      </p:sp>
    </p:spTree>
    <p:extLst>
      <p:ext uri="{BB962C8B-B14F-4D97-AF65-F5344CB8AC3E}">
        <p14:creationId xmlns:p14="http://schemas.microsoft.com/office/powerpoint/2010/main" val="104683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507BBF-4CC0-18E1-6C2C-D7613A3B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841" y="2647841"/>
            <a:ext cx="1562318" cy="156231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C1B8DB9-E9E1-2D49-AD64-A3FA5D7C4354}"/>
              </a:ext>
            </a:extLst>
          </p:cNvPr>
          <p:cNvCxnSpPr>
            <a:cxnSpLocks/>
          </p:cNvCxnSpPr>
          <p:nvPr/>
        </p:nvCxnSpPr>
        <p:spPr>
          <a:xfrm flipV="1">
            <a:off x="6087373" y="847841"/>
            <a:ext cx="0" cy="180000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8D91E2-449F-2A79-CF9B-5E58D7840DA5}"/>
              </a:ext>
            </a:extLst>
          </p:cNvPr>
          <p:cNvCxnSpPr>
            <a:cxnSpLocks/>
          </p:cNvCxnSpPr>
          <p:nvPr/>
        </p:nvCxnSpPr>
        <p:spPr>
          <a:xfrm>
            <a:off x="6081621" y="4210159"/>
            <a:ext cx="0" cy="18000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5640404-ABFA-4E5A-03B7-DD92C4480D41}"/>
              </a:ext>
            </a:extLst>
          </p:cNvPr>
          <p:cNvCxnSpPr>
            <a:cxnSpLocks/>
          </p:cNvCxnSpPr>
          <p:nvPr/>
        </p:nvCxnSpPr>
        <p:spPr>
          <a:xfrm rot="5400000" flipV="1">
            <a:off x="7777159" y="2540056"/>
            <a:ext cx="0" cy="1800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6AC7C05-6A0B-31C9-8650-9E7BE1D81CD9}"/>
              </a:ext>
            </a:extLst>
          </p:cNvPr>
          <p:cNvCxnSpPr>
            <a:cxnSpLocks/>
          </p:cNvCxnSpPr>
          <p:nvPr/>
        </p:nvCxnSpPr>
        <p:spPr>
          <a:xfrm rot="5400000">
            <a:off x="4414841" y="2529000"/>
            <a:ext cx="0" cy="180000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6B2E8E-9FE2-202B-6F8D-C41A71778FC7}"/>
              </a:ext>
            </a:extLst>
          </p:cNvPr>
          <p:cNvSpPr txBox="1"/>
          <p:nvPr/>
        </p:nvSpPr>
        <p:spPr>
          <a:xfrm>
            <a:off x="5904329" y="427373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-Z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272D785-8354-27B2-BAB1-8303CB058118}"/>
              </a:ext>
            </a:extLst>
          </p:cNvPr>
          <p:cNvSpPr txBox="1"/>
          <p:nvPr/>
        </p:nvSpPr>
        <p:spPr>
          <a:xfrm>
            <a:off x="3111854" y="329050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-X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A4C5A8B-D6F8-CB6C-8427-083ABD1D34C6}"/>
              </a:ext>
            </a:extLst>
          </p:cNvPr>
          <p:cNvSpPr txBox="1"/>
          <p:nvPr/>
        </p:nvSpPr>
        <p:spPr>
          <a:xfrm>
            <a:off x="8781279" y="329050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+X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2DA6970-F8C6-46D3-29F4-13F879FE127C}"/>
              </a:ext>
            </a:extLst>
          </p:cNvPr>
          <p:cNvSpPr txBox="1"/>
          <p:nvPr/>
        </p:nvSpPr>
        <p:spPr>
          <a:xfrm>
            <a:off x="5904329" y="615362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+Z</a:t>
            </a:r>
          </a:p>
        </p:txBody>
      </p:sp>
    </p:spTree>
    <p:extLst>
      <p:ext uri="{BB962C8B-B14F-4D97-AF65-F5344CB8AC3E}">
        <p14:creationId xmlns:p14="http://schemas.microsoft.com/office/powerpoint/2010/main" val="280071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95E0D2D1-5904-115F-6883-399566A13C8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90B240D-51A6-751E-ACD5-E568B40CCA5B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9B71C79-D354-F193-C582-72646ADCFC3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4DCD432-3960-3BF9-5D03-19F615E2D7DC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CAAD78-1848-74FF-15E6-E3CFF31A283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CFE3C9E-8212-A281-E34A-3230EDE765C6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290774D-8552-7586-464C-3DE71972BA47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D16EC2-4843-9670-F9A5-3D495911CA4E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F60863-46AD-9A7E-3E2C-A41B4527D535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A8FD89-9A85-BB34-FE21-75FF253583DF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E22A0-7B70-7445-423F-910BB5CA7932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105954-147C-E241-555A-B0AAB2642705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F263C9-A791-2926-3BD2-B45FCAC6AE8D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7836895-6876-15F1-5AD6-71B41A36DE14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</p:spTree>
    <p:extLst>
      <p:ext uri="{BB962C8B-B14F-4D97-AF65-F5344CB8AC3E}">
        <p14:creationId xmlns:p14="http://schemas.microsoft.com/office/powerpoint/2010/main" val="124015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DD1BDA9-241D-E009-5D92-46F8393F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162" y="1796112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5E2A13BC-70AB-7187-BB75-310D6632C80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DC989D4-919D-F968-CDB5-E5C25133B6CD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18BEB81-9F56-4C81-C070-86C01D3193AF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A9B2A5-36DD-1AE1-B8E6-7F266AE7D4F1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7EC074-5FB5-3388-46F5-803F587CECAC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B591818-FFB7-90C1-1C28-8BDF0328C597}"/>
              </a:ext>
            </a:extLst>
          </p:cNvPr>
          <p:cNvSpPr txBox="1"/>
          <p:nvPr/>
        </p:nvSpPr>
        <p:spPr>
          <a:xfrm>
            <a:off x="6070122" y="1228901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CE3B133-B1E8-0728-9EA8-2D16891BAC97}"/>
              </a:ext>
            </a:extLst>
          </p:cNvPr>
          <p:cNvSpPr/>
          <p:nvPr/>
        </p:nvSpPr>
        <p:spPr>
          <a:xfrm>
            <a:off x="6033084" y="360780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2C77E17-F53A-EE2E-7671-EBC2F172E7B3}"/>
              </a:ext>
            </a:extLst>
          </p:cNvPr>
          <p:cNvSpPr txBox="1"/>
          <p:nvPr/>
        </p:nvSpPr>
        <p:spPr>
          <a:xfrm>
            <a:off x="6133247" y="3673339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1E5DF8-3EE0-8B38-BE66-52CCF62D4671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20" name="Seta: Circular 19">
            <a:extLst>
              <a:ext uri="{FF2B5EF4-FFF2-40B4-BE49-F238E27FC236}">
                <a16:creationId xmlns:a16="http://schemas.microsoft.com/office/drawing/2014/main" id="{C8D18FF9-F754-7B90-527F-10A58BE58952}"/>
              </a:ext>
            </a:extLst>
          </p:cNvPr>
          <p:cNvSpPr/>
          <p:nvPr/>
        </p:nvSpPr>
        <p:spPr>
          <a:xfrm>
            <a:off x="4489222" y="1836628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48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6B02C126-D46B-FAF1-8126-CA868D78539E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5D40513-53EA-B27A-0BCA-6713820096E6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54253CC-9872-E600-6BED-74FFFC1C984C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0688C8-40AC-2CC3-9236-932E1928C24E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33E3C1-3C64-4DBE-0224-76A3504B723A}"/>
              </a:ext>
            </a:extLst>
          </p:cNvPr>
          <p:cNvSpPr txBox="1"/>
          <p:nvPr/>
        </p:nvSpPr>
        <p:spPr>
          <a:xfrm>
            <a:off x="5329894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9FEF9B-3B77-19BB-9C00-4E547E89E7BE}"/>
              </a:ext>
            </a:extLst>
          </p:cNvPr>
          <p:cNvSpPr txBox="1"/>
          <p:nvPr/>
        </p:nvSpPr>
        <p:spPr>
          <a:xfrm>
            <a:off x="5354908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9C2F39-E8D1-9018-EDE7-097C4EC2781E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4E5517-4BC4-3756-8768-13F3D0C57296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4" name="Seta: Circular 13">
            <a:extLst>
              <a:ext uri="{FF2B5EF4-FFF2-40B4-BE49-F238E27FC236}">
                <a16:creationId xmlns:a16="http://schemas.microsoft.com/office/drawing/2014/main" id="{E318F96B-4949-11C9-D908-0FF927812837}"/>
              </a:ext>
            </a:extLst>
          </p:cNvPr>
          <p:cNvSpPr/>
          <p:nvPr/>
        </p:nvSpPr>
        <p:spPr>
          <a:xfrm flipH="1">
            <a:off x="6605526" y="219084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4A8C3F-60E1-1501-86ED-0298C5D9834E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</p:spTree>
    <p:extLst>
      <p:ext uri="{BB962C8B-B14F-4D97-AF65-F5344CB8AC3E}">
        <p14:creationId xmlns:p14="http://schemas.microsoft.com/office/powerpoint/2010/main" val="4051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CDAF7C9-A37D-3853-80EB-89C9D180D018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981A8C-2E1A-E661-5596-5AF3ADFA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5452840" y="3047161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9138BC39-52CB-BF5F-35E3-572922E5C84F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ACBB32E-9517-F64A-9F12-EB18FC9A1D45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DF4B776-E359-F822-225D-EC39F476AC44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5BBE31-2539-D2B3-8060-6B78B004CBAC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996C15-CD8C-6103-EF74-B90218A45A0D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2606F6-6865-F203-F12D-D9F0EB2B855A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624CFC6-3808-5E3B-254C-BCB08CD9F15D}"/>
              </a:ext>
            </a:extLst>
          </p:cNvPr>
          <p:cNvSpPr/>
          <p:nvPr/>
        </p:nvSpPr>
        <p:spPr>
          <a:xfrm>
            <a:off x="5992966" y="36031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5F0A8B-C890-4DC2-228F-8B47E88CB339}"/>
              </a:ext>
            </a:extLst>
          </p:cNvPr>
          <p:cNvSpPr txBox="1"/>
          <p:nvPr/>
        </p:nvSpPr>
        <p:spPr>
          <a:xfrm>
            <a:off x="4268540" y="33696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  <p:sp>
        <p:nvSpPr>
          <p:cNvPr id="16" name="Seta: Circular 15">
            <a:extLst>
              <a:ext uri="{FF2B5EF4-FFF2-40B4-BE49-F238E27FC236}">
                <a16:creationId xmlns:a16="http://schemas.microsoft.com/office/drawing/2014/main" id="{4B77F56D-813C-3874-132B-C5806C1BC2D9}"/>
              </a:ext>
            </a:extLst>
          </p:cNvPr>
          <p:cNvSpPr/>
          <p:nvPr/>
        </p:nvSpPr>
        <p:spPr>
          <a:xfrm flipH="1" flipV="1">
            <a:off x="5484925" y="310159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7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F3C8776-6D33-99F1-EC7F-3DF346FF6930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7" name="Seta: Circular 6">
            <a:extLst>
              <a:ext uri="{FF2B5EF4-FFF2-40B4-BE49-F238E27FC236}">
                <a16:creationId xmlns:a16="http://schemas.microsoft.com/office/drawing/2014/main" id="{8DB98FE4-0437-7235-9737-CCC458BB9604}"/>
              </a:ext>
            </a:extLst>
          </p:cNvPr>
          <p:cNvSpPr/>
          <p:nvPr/>
        </p:nvSpPr>
        <p:spPr>
          <a:xfrm flipH="1">
            <a:off x="5538532" y="914516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72C26-624C-81D0-FF92-97137A74AF31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9364251-DC9A-105B-D6B4-206501357A39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9027B8F-C5B7-1617-56BE-53479CBD6FB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4252C45-91A9-7C8D-5E4F-40CC6B8B61E2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464742-1BB0-3592-47E7-2C4DB0F707F3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235A145-4945-A4CA-881D-2EFBC299C777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3603B79-3373-8F3E-9E93-355085281F8B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E3A65C-8E22-F6F2-F6AD-780BCB2B1FF7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</p:spTree>
    <p:extLst>
      <p:ext uri="{BB962C8B-B14F-4D97-AF65-F5344CB8AC3E}">
        <p14:creationId xmlns:p14="http://schemas.microsoft.com/office/powerpoint/2010/main" val="217200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1F52550-8451-43ED-A989-7A68364BF6DA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4F7FDB-111A-4C8B-4958-4D4D25C6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40" y="1643710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sp>
        <p:nvSpPr>
          <p:cNvPr id="8" name="Seta: Circular 7">
            <a:extLst>
              <a:ext uri="{FF2B5EF4-FFF2-40B4-BE49-F238E27FC236}">
                <a16:creationId xmlns:a16="http://schemas.microsoft.com/office/drawing/2014/main" id="{C605D2EA-E046-D6DE-A2B3-F53891ECD807}"/>
              </a:ext>
            </a:extLst>
          </p:cNvPr>
          <p:cNvSpPr/>
          <p:nvPr/>
        </p:nvSpPr>
        <p:spPr>
          <a:xfrm>
            <a:off x="6017800" y="1695818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F144780-3962-90F1-52FB-CE7D003ED142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C55B4A4-85D8-FE87-C6BA-9B8EE65F79C4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15B796F-5E6E-CEA0-A170-1484141D67BD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F80602-8ED6-E45A-FFD4-9DCF90A3187C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F471A24-6F2D-6265-6FD0-C698A673E52F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9B5234-DC52-EAFB-904F-6C52391222F5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21C25E3-AEEA-4185-9F62-FFC56B8ED801}"/>
              </a:ext>
            </a:extLst>
          </p:cNvPr>
          <p:cNvSpPr/>
          <p:nvPr/>
        </p:nvSpPr>
        <p:spPr>
          <a:xfrm>
            <a:off x="5972356" y="361889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AE9E8FD-1901-BD0F-C8B7-9EDAA46C5782}"/>
              </a:ext>
            </a:extLst>
          </p:cNvPr>
          <p:cNvSpPr txBox="1"/>
          <p:nvPr/>
        </p:nvSpPr>
        <p:spPr>
          <a:xfrm>
            <a:off x="4247930" y="3704547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</p:spTree>
    <p:extLst>
      <p:ext uri="{BB962C8B-B14F-4D97-AF65-F5344CB8AC3E}">
        <p14:creationId xmlns:p14="http://schemas.microsoft.com/office/powerpoint/2010/main" val="294398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87780A-9A48-793F-2FC3-77AAAEF3B230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8" name="Seta: Circular 7">
            <a:extLst>
              <a:ext uri="{FF2B5EF4-FFF2-40B4-BE49-F238E27FC236}">
                <a16:creationId xmlns:a16="http://schemas.microsoft.com/office/drawing/2014/main" id="{12E40F5F-5870-0795-4E97-C895E71EF60A}"/>
              </a:ext>
            </a:extLst>
          </p:cNvPr>
          <p:cNvSpPr/>
          <p:nvPr/>
        </p:nvSpPr>
        <p:spPr>
          <a:xfrm flipH="1">
            <a:off x="5029764" y="232535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7251B19-9285-5954-8707-0897C8630226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2D1C9D1-DA4D-BD1E-BED6-09940270D1A5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BED0F5A-B581-7A01-C311-235A9C2BF16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17DE78A-1F92-43AD-E1A7-BD4B848B48CA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690395-20B3-4F9C-44D8-2EA1B33ADADB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6B9CC9-62DB-86C0-DE68-A96178AEC533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24DEF52-A66C-AA04-9E42-4F6DD5E39017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3C32DF-FE5F-2A9D-2DD1-B1F328897850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</p:spTree>
    <p:extLst>
      <p:ext uri="{BB962C8B-B14F-4D97-AF65-F5344CB8AC3E}">
        <p14:creationId xmlns:p14="http://schemas.microsoft.com/office/powerpoint/2010/main" val="318278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51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95E0D2D1-5904-115F-6883-399566A13C8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90B240D-51A6-751E-ACD5-E568B40CCA5B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9B71C79-D354-F193-C582-72646ADCFC3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4DCD432-3960-3BF9-5D03-19F615E2D7DC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CAAD78-1848-74FF-15E6-E3CFF31A283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CFE3C9E-8212-A281-E34A-3230EDE765C6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290774D-8552-7586-464C-3DE71972BA47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D16EC2-4843-9670-F9A5-3D495911CA4E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F60863-46AD-9A7E-3E2C-A41B4527D535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A8FD89-9A85-BB34-FE21-75FF253583DF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E22A0-7B70-7445-423F-910BB5CA7932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105954-147C-E241-555A-B0AAB2642705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F263C9-A791-2926-3BD2-B45FCAC6AE8D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7836895-6876-15F1-5AD6-71B41A36DE14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A626D6E-6638-8A17-DBFE-D133A8E62F83}"/>
              </a:ext>
            </a:extLst>
          </p:cNvPr>
          <p:cNvSpPr txBox="1"/>
          <p:nvPr/>
        </p:nvSpPr>
        <p:spPr>
          <a:xfrm>
            <a:off x="0" y="0"/>
            <a:ext cx="1877437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[] </a:t>
            </a:r>
            <a:r>
              <a:rPr lang="pt-B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vertices</a:t>
            </a: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b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b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  <a:b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endParaRPr lang="pt-B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endParaRPr lang="pt-B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</a:p>
          <a:p>
            <a:endParaRPr lang="pt-B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endParaRPr lang="pt-B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</a:t>
            </a:r>
            <a:b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1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412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95E0D2D1-5904-115F-6883-399566A13C8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90B240D-51A6-751E-ACD5-E568B40CCA5B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9B71C79-D354-F193-C582-72646ADCFC3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4DCD432-3960-3BF9-5D03-19F615E2D7DC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CAAD78-1848-74FF-15E6-E3CFF31A283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CFE3C9E-8212-A281-E34A-3230EDE765C6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290774D-8552-7586-464C-3DE71972BA47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D16EC2-4843-9670-F9A5-3D495911CA4E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F60863-46AD-9A7E-3E2C-A41B4527D535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A8FD89-9A85-BB34-FE21-75FF253583DF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E22A0-7B70-7445-423F-910BB5CA7932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105954-147C-E241-555A-B0AAB2642705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F263C9-A791-2926-3BD2-B45FCAC6AE8D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7836895-6876-15F1-5AD6-71B41A36DE14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A626D6E-6638-8A17-DBFE-D133A8E62F83}"/>
              </a:ext>
            </a:extLst>
          </p:cNvPr>
          <p:cNvSpPr txBox="1"/>
          <p:nvPr/>
        </p:nvSpPr>
        <p:spPr>
          <a:xfrm>
            <a:off x="0" y="0"/>
            <a:ext cx="17235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[] </a:t>
            </a:r>
            <a:r>
              <a:rPr lang="pt-BR" sz="900" dirty="0" err="1">
                <a:solidFill>
                  <a:schemeClr val="bg1"/>
                </a:solidFill>
                <a:latin typeface="Consolas" panose="020B0609020204030204" pitchFamily="49" charset="0"/>
              </a:rPr>
              <a:t>vertices</a:t>
            </a: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-0.5f,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-0.5f,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-0.5f,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-0.5f,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 0.5f,  0.5f,  0.5f,</a:t>
            </a: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-0.5f,  0.5f,  0.5f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85DC137-D866-281D-6719-61B7319631D6}"/>
              </a:ext>
            </a:extLst>
          </p:cNvPr>
          <p:cNvSpPr txBox="1"/>
          <p:nvPr/>
        </p:nvSpPr>
        <p:spPr>
          <a:xfrm>
            <a:off x="0" y="4597794"/>
            <a:ext cx="191590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 err="1">
                <a:solidFill>
                  <a:schemeClr val="bg1"/>
                </a:solidFill>
                <a:latin typeface="Consolas" panose="020B0609020204030204" pitchFamily="49" charset="0"/>
              </a:rPr>
              <a:t>uint</a:t>
            </a: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[] </a:t>
            </a:r>
            <a:r>
              <a:rPr lang="pt-BR" sz="900" dirty="0" err="1">
                <a:solidFill>
                  <a:schemeClr val="bg1"/>
                </a:solidFill>
                <a:latin typeface="Consolas" panose="020B0609020204030204" pitchFamily="49" charset="0"/>
              </a:rPr>
              <a:t>indices</a:t>
            </a: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0, 1, 2, 0, 2, 3,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4, 5, 6, 4, 6, 7,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8, 9, 10, 8, 10, 11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12, 13, 14, 12, 14, 15,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16, 17, 18, 16, 18, 19,</a:t>
            </a:r>
          </a:p>
          <a:p>
            <a:endParaRPr lang="pt-BR" sz="9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    20, 21, 22, 20, 22, 23</a:t>
            </a:r>
            <a:b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pt-BR" sz="9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3742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1157</Words>
  <Application>Microsoft Office PowerPoint</Application>
  <PresentationFormat>Widescreen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Stradivarius</dc:creator>
  <cp:lastModifiedBy>Morgana Stradivarius</cp:lastModifiedBy>
  <cp:revision>5</cp:revision>
  <dcterms:created xsi:type="dcterms:W3CDTF">2025-12-20T23:12:26Z</dcterms:created>
  <dcterms:modified xsi:type="dcterms:W3CDTF">2025-12-31T13:37:33Z</dcterms:modified>
</cp:coreProperties>
</file>