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1B0AE-7464-5741-BB15-2999D4916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D42C63-1480-E38F-4BBD-FD4E99FFC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3F07A-E1B8-0C57-C300-AA59389D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C76EE-6F31-9601-F832-4A23C283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34FA15-58B2-726B-9E75-0569AF53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74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4B2D-7EE0-85BA-078B-7254BFD2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B03036-8995-03A3-4145-A83416936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E8AF0F-ABA2-F743-1195-6243056F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79AABF-0F4C-6C7F-45C2-AC4A4C62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25A4B0-7D14-CCA2-1BDB-3C851C8B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87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8ABAB-64A7-8387-3790-3FECABF2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E0A6CB-DBA7-1E8B-FBBD-204D69A65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936CE1-55A0-B539-B30E-B6543C07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59ADE5-6937-C219-5805-E3448909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418713-9C35-BA6F-91AC-1887F9FC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41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37FE7-BD21-77D2-7A66-F43B8522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48D442-7FB7-C8AE-FA48-93DBF9B50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823250-CFB6-014A-EB4D-2805F7C24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CFF315-DF88-A2EE-69FD-70D5E9A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F8A31E-0138-AD80-47ED-3BBE34172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78191F-3311-9172-50FC-36DC9B3E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18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20954-7724-4E02-E7AC-860D1469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F8008E-CEC1-93D5-3E0F-D1368A61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20B913-1D1E-237E-F837-505D9AFAB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A1D158-A847-6296-6998-FBACA5D7B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AAC9D4-9E8C-3E9A-90E5-38A6B20D6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B381F3-85CB-0CCC-BBDE-011457D0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82C636-4BA0-599F-8A8D-0027B99F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D0B7C2-DA46-9124-CA28-8E5AC9BF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28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B4537-71E9-63CC-5F3F-0050B602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F6449C-CF6C-28D7-A1FC-D34A958D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F456F1-E190-2CA7-746C-6F948317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148348-515E-4DEE-833A-6A33A9E8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89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4C59E0-CBB6-3685-BC9C-E602FE3C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907824-5A2A-A68A-BF4B-FA2D14B4C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A6B879-DEBC-E18B-FDF3-E1790780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14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A9E9C-2469-5C7B-1EF8-169FFC22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AE68EB-F9B8-8B16-4639-EE72E5D6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D1153B-1A61-4423-DDFF-842EC37B1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7FB8FA-E991-132B-A2A1-D3ED7589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18DF94-1ECB-0AA6-B2E0-55D9CFF6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B805FC-DE7E-2D63-E3EB-EC3C840C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45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D9A21-7AF9-0049-7A70-00453624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E5A29F-2BF8-ECCC-4E6F-133DB16E1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092B1E-64B4-36F0-016F-C3351AE9B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3E05DD-93ED-169F-A629-5728B15E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4A7B10-AA4D-2A6A-0FF8-554BE326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C0300D-05B6-B05B-9DB5-B28305BD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61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AA738-FB18-46E3-97FB-CDD2AB63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C3EA2B-2B10-3C9E-E4D3-271C8B139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BFB26-AF29-7B14-EB67-CB57B5BB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64620F-DB42-C052-58F6-97509A3F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D3F07-D428-F402-0BD3-10E1A7CF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51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BF6BA5-F973-7E93-F8A8-7B4C5ECBF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15CEA7-B376-46F5-0934-0A03E0D52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43B14E-154B-D425-6E27-71E3F3F2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250B0D-FF14-4FAB-0138-16443AF0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3C964-BA47-7A6C-B2CB-6DA57C5B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96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36F442-0E77-9F49-7A78-4B8F760E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0BA0A1-8899-3F7D-9DBB-76FDABC8C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069682-1847-35F8-2FD5-89A58CD12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6964F-4AA9-4411-B442-8AF633DB6831}" type="datetimeFigureOut">
              <a:rPr lang="pt-BR" smtClean="0"/>
              <a:t>29/12/25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A9FDE-F3C7-BFCD-41C1-EE1F5FCE6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7323CC-C12E-6628-6869-CBE340433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15CB8-8794-4DBC-8117-8F60F67B5A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61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710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16C79B-DA55-61F4-0BAA-66050ECD9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/>
        </p:blipFill>
        <p:spPr>
          <a:xfrm>
            <a:off x="6576198" y="1873631"/>
            <a:ext cx="1152000" cy="2304000"/>
          </a:xfrm>
          <a:prstGeom prst="rect">
            <a:avLst/>
          </a:prstGeom>
          <a:solidFill>
            <a:srgbClr val="D67FFF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15891E-E03B-F3D2-10B7-7AA3093A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40" y="1951386"/>
            <a:ext cx="2304000" cy="2304000"/>
          </a:xfrm>
          <a:prstGeom prst="rect">
            <a:avLst/>
          </a:prstGeom>
          <a:solidFill>
            <a:srgbClr val="D67FFF"/>
          </a:solidFill>
          <a:ln>
            <a:solidFill>
              <a:schemeClr val="tx1"/>
            </a:solidFill>
          </a:ln>
          <a:scene3d>
            <a:camera prst="isometricOffAxis1Left"/>
            <a:lightRig rig="threePt" dir="t"/>
          </a:scene3d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BCEE590-1082-5E81-D05F-9C90D32FD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65"/>
          <a:stretch/>
        </p:blipFill>
        <p:spPr>
          <a:xfrm>
            <a:off x="5538622" y="2034058"/>
            <a:ext cx="1127461" cy="2304000"/>
          </a:xfrm>
          <a:prstGeom prst="rect">
            <a:avLst/>
          </a:prstGeom>
          <a:solidFill>
            <a:srgbClr val="D67FFF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99867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6C79B-DA55-61F4-0BAA-66050ECD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/>
        </p:blipFill>
        <p:spPr>
          <a:xfrm>
            <a:off x="6576198" y="1873631"/>
            <a:ext cx="1152000" cy="2304000"/>
          </a:xfrm>
          <a:prstGeom prst="rect">
            <a:avLst/>
          </a:prstGeom>
          <a:noFill/>
          <a:ln>
            <a:noFill/>
          </a:ln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15891E-E03B-F3D2-10B7-7AA3093A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1951386"/>
            <a:ext cx="2304000" cy="2304000"/>
          </a:xfrm>
          <a:prstGeom prst="rect">
            <a:avLst/>
          </a:prstGeom>
          <a:noFill/>
          <a:ln>
            <a:noFill/>
          </a:ln>
          <a:scene3d>
            <a:camera prst="isometricOffAxis1Left"/>
            <a:lightRig rig="threePt" dir="t"/>
          </a:scene3d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BCEE590-1082-5E81-D05F-9C90D32F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65"/>
          <a:stretch/>
        </p:blipFill>
        <p:spPr>
          <a:xfrm>
            <a:off x="5538622" y="2034058"/>
            <a:ext cx="1127461" cy="2304000"/>
          </a:xfrm>
          <a:prstGeom prst="rect">
            <a:avLst/>
          </a:prstGeom>
          <a:noFill/>
          <a:ln>
            <a:noFill/>
          </a:ln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829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6C79B-DA55-61F4-0BAA-66050ECD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/>
        </p:blipFill>
        <p:spPr>
          <a:xfrm>
            <a:off x="6576198" y="1873631"/>
            <a:ext cx="1152000" cy="2304000"/>
          </a:xfrm>
          <a:prstGeom prst="rect">
            <a:avLst/>
          </a:prstGeom>
          <a:noFill/>
          <a:ln w="38100">
            <a:solidFill>
              <a:schemeClr val="bg1"/>
            </a:solidFill>
            <a:prstDash val="dash"/>
          </a:ln>
          <a:scene3d>
            <a:camera prst="isometricOffAxis1Right"/>
            <a:lightRig rig="threePt" dir="t"/>
          </a:scene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15891E-E03B-F3D2-10B7-7AA3093A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1951386"/>
            <a:ext cx="2304000" cy="2304000"/>
          </a:xfrm>
          <a:prstGeom prst="rect">
            <a:avLst/>
          </a:prstGeom>
          <a:noFill/>
          <a:ln w="38100">
            <a:solidFill>
              <a:schemeClr val="bg1"/>
            </a:solidFill>
            <a:prstDash val="dash"/>
          </a:ln>
          <a:scene3d>
            <a:camera prst="isometricOffAxis1Left"/>
            <a:lightRig rig="threePt" dir="t"/>
          </a:scene3d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BCEE590-1082-5E81-D05F-9C90D32F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65"/>
          <a:stretch/>
        </p:blipFill>
        <p:spPr>
          <a:xfrm>
            <a:off x="5538622" y="2034058"/>
            <a:ext cx="1127461" cy="2304000"/>
          </a:xfrm>
          <a:prstGeom prst="rect">
            <a:avLst/>
          </a:prstGeom>
          <a:noFill/>
          <a:ln w="38100">
            <a:solidFill>
              <a:schemeClr val="bg1"/>
            </a:solidFill>
            <a:prstDash val="dash"/>
          </a:ln>
          <a:scene3d>
            <a:camera prst="isometricOffAxis1Right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009FEC27-4778-32A3-5383-0E0488B1285B}"/>
              </a:ext>
            </a:extLst>
          </p:cNvPr>
          <p:cNvSpPr/>
          <p:nvPr/>
        </p:nvSpPr>
        <p:spPr>
          <a:xfrm>
            <a:off x="7626273" y="170959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C2971CB-B899-65E5-CF32-CF3A12B845B2}"/>
              </a:ext>
            </a:extLst>
          </p:cNvPr>
          <p:cNvSpPr/>
          <p:nvPr/>
        </p:nvSpPr>
        <p:spPr>
          <a:xfrm>
            <a:off x="7641604" y="392496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6A7C48-0FEA-B763-BA11-2AC7DE3695AF}"/>
              </a:ext>
            </a:extLst>
          </p:cNvPr>
          <p:cNvSpPr txBox="1"/>
          <p:nvPr/>
        </p:nvSpPr>
        <p:spPr>
          <a:xfrm>
            <a:off x="7728265" y="4016487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A2C00F8-5955-B825-7E24-ACC41F27B5BB}"/>
              </a:ext>
            </a:extLst>
          </p:cNvPr>
          <p:cNvSpPr txBox="1"/>
          <p:nvPr/>
        </p:nvSpPr>
        <p:spPr>
          <a:xfrm>
            <a:off x="7753279" y="147732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9E06C1F-89C9-9088-5B00-2ADF7460CB3A}"/>
              </a:ext>
            </a:extLst>
          </p:cNvPr>
          <p:cNvSpPr/>
          <p:nvPr/>
        </p:nvSpPr>
        <p:spPr>
          <a:xfrm>
            <a:off x="7097437" y="229070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3C05DA1-332C-62B0-500D-92E931F6D1C4}"/>
              </a:ext>
            </a:extLst>
          </p:cNvPr>
          <p:cNvSpPr/>
          <p:nvPr/>
        </p:nvSpPr>
        <p:spPr>
          <a:xfrm>
            <a:off x="7062069" y="448794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FD77BCE-3FCE-F60B-B7E8-4472254C3943}"/>
              </a:ext>
            </a:extLst>
          </p:cNvPr>
          <p:cNvSpPr txBox="1"/>
          <p:nvPr/>
        </p:nvSpPr>
        <p:spPr>
          <a:xfrm>
            <a:off x="7170185" y="4628657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CE166E-0753-4052-112C-0E00E983AD26}"/>
              </a:ext>
            </a:extLst>
          </p:cNvPr>
          <p:cNvSpPr txBox="1"/>
          <p:nvPr/>
        </p:nvSpPr>
        <p:spPr>
          <a:xfrm>
            <a:off x="7195199" y="208949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6B850A3-6C07-BE90-863F-80CE92DFD960}"/>
              </a:ext>
            </a:extLst>
          </p:cNvPr>
          <p:cNvSpPr/>
          <p:nvPr/>
        </p:nvSpPr>
        <p:spPr>
          <a:xfrm>
            <a:off x="5443697" y="207464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563AFFF-2DB1-6524-33B3-D158AFCB2FE3}"/>
              </a:ext>
            </a:extLst>
          </p:cNvPr>
          <p:cNvSpPr/>
          <p:nvPr/>
        </p:nvSpPr>
        <p:spPr>
          <a:xfrm>
            <a:off x="5408329" y="427188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FAE695A-CF18-7996-7AA1-100965EF08C3}"/>
              </a:ext>
            </a:extLst>
          </p:cNvPr>
          <p:cNvSpPr txBox="1"/>
          <p:nvPr/>
        </p:nvSpPr>
        <p:spPr>
          <a:xfrm>
            <a:off x="3644807" y="4390942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D5AA46D-C2B1-B51F-F7A8-75A5567D381D}"/>
              </a:ext>
            </a:extLst>
          </p:cNvPr>
          <p:cNvSpPr txBox="1"/>
          <p:nvPr/>
        </p:nvSpPr>
        <p:spPr>
          <a:xfrm>
            <a:off x="3705669" y="186482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56FB4E1-8D96-620F-398D-B6C46CB9AA56}"/>
              </a:ext>
            </a:extLst>
          </p:cNvPr>
          <p:cNvSpPr/>
          <p:nvPr/>
        </p:nvSpPr>
        <p:spPr>
          <a:xfrm>
            <a:off x="5965541" y="160867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AC8D578-4BD5-BECC-392A-24BEFD443EE9}"/>
              </a:ext>
            </a:extLst>
          </p:cNvPr>
          <p:cNvSpPr/>
          <p:nvPr/>
        </p:nvSpPr>
        <p:spPr>
          <a:xfrm>
            <a:off x="5930173" y="380591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F05941A-0084-C66B-1A0A-423803A45155}"/>
              </a:ext>
            </a:extLst>
          </p:cNvPr>
          <p:cNvSpPr txBox="1"/>
          <p:nvPr/>
        </p:nvSpPr>
        <p:spPr>
          <a:xfrm>
            <a:off x="4166651" y="3924968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E1425D3-F191-09CC-9E46-F2910A3EE216}"/>
              </a:ext>
            </a:extLst>
          </p:cNvPr>
          <p:cNvSpPr txBox="1"/>
          <p:nvPr/>
        </p:nvSpPr>
        <p:spPr>
          <a:xfrm>
            <a:off x="4227513" y="1398849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</p:spTree>
    <p:extLst>
      <p:ext uri="{BB962C8B-B14F-4D97-AF65-F5344CB8AC3E}">
        <p14:creationId xmlns:p14="http://schemas.microsoft.com/office/powerpoint/2010/main" val="3488334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Stradivarius</dc:creator>
  <cp:lastModifiedBy>Morgana Stradivarius</cp:lastModifiedBy>
  <cp:revision>1</cp:revision>
  <dcterms:created xsi:type="dcterms:W3CDTF">2025-12-29T18:17:33Z</dcterms:created>
  <dcterms:modified xsi:type="dcterms:W3CDTF">2025-12-29T18:31:49Z</dcterms:modified>
</cp:coreProperties>
</file>