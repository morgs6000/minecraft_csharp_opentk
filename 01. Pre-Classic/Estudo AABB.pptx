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1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98FF9C-D485-41AD-6ADF-B40246F8E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DFE40E-4A00-B4CB-561A-E2DE013BD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432115B-B5A5-4EDD-635F-B93FF54BB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2E0-6075-4DD9-8F2F-8AF2D512166E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BE5AB3-5EE6-4A7B-6505-EB7AFD47E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FF90CC-2073-31FE-E9E0-655A73D9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C790-37C3-4E43-B330-67BFA3A1A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368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82BEC0-86F6-64A2-7754-97F4AE480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674028-7785-6EAC-EC01-40433F09E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2164BA-7D88-BB3C-6159-850B2CB12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2E0-6075-4DD9-8F2F-8AF2D512166E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B78B97-4B06-4292-C251-D5DA39C7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F45F74-79DC-85F0-6AE6-15C4EBAD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C790-37C3-4E43-B330-67BFA3A1A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07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A60C7-8B41-003B-306F-A0AB16135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E343728-3A77-1167-2FB7-919E06B39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6E768E6-2DFF-840E-55F7-52CC3C78C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2E0-6075-4DD9-8F2F-8AF2D512166E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66E3E2-29AD-19B9-1E21-B7F55C499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6F2F1B-F09A-D120-DDBB-97BDD59A5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C790-37C3-4E43-B330-67BFA3A1A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723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65164-9F9F-C356-53BC-BA6131FF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A680C7-DB74-8CE0-D3B2-08C988AD3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075B9CA-BF67-CD7E-9FA7-EE762CCD8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2E6DC1-45FD-43E8-EDF2-085BF1817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2E0-6075-4DD9-8F2F-8AF2D512166E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82044FD-1B64-EA02-1525-B9AEE0442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98B307C-0D9C-04B8-885D-838E19827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C790-37C3-4E43-B330-67BFA3A1A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8560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4E010B-BBD0-7F05-6E68-14C5010A1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17FF47-36F0-8126-D658-005ED4CB35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2D8AD9D-C5A4-A2F8-3637-5FF6F290E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D9EA3BC-ADD6-7830-7FE7-BB13410FB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703F211-88E2-63F9-6F4D-3550C654C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EBE5429-065C-71D5-D91C-D90E486C4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2E0-6075-4DD9-8F2F-8AF2D512166E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C265CDF-833A-03A3-5B90-41D8A3B6E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C3B6497-CFD2-172B-262C-4EA733AE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C790-37C3-4E43-B330-67BFA3A1A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0483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C9ADC-0B4E-5252-8801-6B2A2FF1A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693B138-36E1-C89D-996A-AA6B391BC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2E0-6075-4DD9-8F2F-8AF2D512166E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82DB456-A183-4876-CFA6-49A06BFB3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4818524-CA13-24D0-072B-1B175DE3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C790-37C3-4E43-B330-67BFA3A1A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0423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3BE8D78-8BDE-A31C-3286-EB4A67D3E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2E0-6075-4DD9-8F2F-8AF2D512166E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C22EF19-33BC-9D8D-101C-2CFAFF84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B9CB65-90CD-7088-29D3-50D903E0E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C790-37C3-4E43-B330-67BFA3A1A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26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76FECD-077D-E209-385E-2A9E32E36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CA5C36-3FE8-B383-63A0-79CF7E440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866292F-E515-B4A1-FD51-9903D220C0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3A992FA-450F-0633-402D-42565371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2E0-6075-4DD9-8F2F-8AF2D512166E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7FA6C5-2FFA-47A7-1B76-9520ADA8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A10917-A633-71F9-5161-330C6377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C790-37C3-4E43-B330-67BFA3A1A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2581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F7E04-82AA-3574-B18F-6263ADC21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0D1E406-5ABB-F872-3E61-D8B5777AC2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1EF97DE-4C02-DF15-285D-DECF877CF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A7C6810-6D24-8A7D-35E0-0D1B26FB2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2E0-6075-4DD9-8F2F-8AF2D512166E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25C31B-CC2E-9600-6A59-254268CC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628244-E786-DC2A-81C9-0C4E41223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C790-37C3-4E43-B330-67BFA3A1A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9177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BB906A-40C5-ED2B-6661-558E484F8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3AF1F75-25AA-ECF1-7F5D-FE43F0148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6FB87A-B399-5BFE-D2FA-7DDC60B4E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2E0-6075-4DD9-8F2F-8AF2D512166E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D33F97-625D-E29F-EE48-BFAF12507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F86FA3B-215C-992D-075B-F72DC20AE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C790-37C3-4E43-B330-67BFA3A1A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5842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417C183-FC91-AB5D-86B4-D9E8059693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0C30CB2-B5A2-837A-2120-968E318DC8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8141E6-122A-63F6-CC70-9A57CB745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652E0-6075-4DD9-8F2F-8AF2D512166E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F6108E-C254-6A53-D7CB-B0AA0329A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AAD33F-0034-2929-B68E-5F6E7769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DC790-37C3-4E43-B330-67BFA3A1A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586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69B9439-C531-1E71-D141-5C0201A62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0D47695-11E8-67F6-01ED-87D64899C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44697A-BE3F-D955-D311-BB46A5CC41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652E0-6075-4DD9-8F2F-8AF2D512166E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F433D8-CDA0-DAF9-F5F2-F9AD05A807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9C50D5-1BAA-3042-EB6A-BAA9BFB9B8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DC790-37C3-4E43-B330-67BFA3A1A2C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581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72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81457DC2-5209-5B1F-74E2-15DEEF79F622}"/>
              </a:ext>
            </a:extLst>
          </p:cNvPr>
          <p:cNvGrpSpPr/>
          <p:nvPr/>
        </p:nvGrpSpPr>
        <p:grpSpPr>
          <a:xfrm>
            <a:off x="1940227" y="1273729"/>
            <a:ext cx="2404425" cy="3756161"/>
            <a:chOff x="2856525" y="1447036"/>
            <a:chExt cx="2404425" cy="3756161"/>
          </a:xfrm>
        </p:grpSpPr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79ABBD04-F508-9893-2F5D-57CFB753BFBE}"/>
                </a:ext>
              </a:extLst>
            </p:cNvPr>
            <p:cNvGrpSpPr/>
            <p:nvPr/>
          </p:nvGrpSpPr>
          <p:grpSpPr>
            <a:xfrm>
              <a:off x="3104302" y="1631612"/>
              <a:ext cx="1805898" cy="1743827"/>
              <a:chOff x="3104302" y="1631612"/>
              <a:chExt cx="1805898" cy="1743827"/>
            </a:xfrm>
          </p:grpSpPr>
          <p:pic>
            <p:nvPicPr>
              <p:cNvPr id="8" name="Imagem 7">
                <a:extLst>
                  <a:ext uri="{FF2B5EF4-FFF2-40B4-BE49-F238E27FC236}">
                    <a16:creationId xmlns:a16="http://schemas.microsoft.com/office/drawing/2014/main" id="{92D31AFD-5147-CDD2-6917-C36783846D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830200" y="2219239"/>
                <a:ext cx="1080000" cy="1080000"/>
              </a:xfrm>
              <a:prstGeom prst="rect">
                <a:avLst/>
              </a:prstGeom>
              <a:scene3d>
                <a:camera prst="isometricOffAxis2Right"/>
                <a:lightRig rig="threePt" dir="t"/>
              </a:scene3d>
            </p:spPr>
          </p:pic>
          <p:pic>
            <p:nvPicPr>
              <p:cNvPr id="10" name="Imagem 9">
                <a:extLst>
                  <a:ext uri="{FF2B5EF4-FFF2-40B4-BE49-F238E27FC236}">
                    <a16:creationId xmlns:a16="http://schemas.microsoft.com/office/drawing/2014/main" id="{CE4BF0D2-A1A9-7A13-7DD4-525735715F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04302" y="2295439"/>
                <a:ext cx="1080000" cy="1080000"/>
              </a:xfrm>
              <a:prstGeom prst="rect">
                <a:avLst/>
              </a:prstGeom>
              <a:scene3d>
                <a:camera prst="isometricOffAxis2Left"/>
                <a:lightRig rig="threePt" dir="t"/>
              </a:scene3d>
            </p:spPr>
          </p:pic>
          <p:pic>
            <p:nvPicPr>
              <p:cNvPr id="12" name="Imagem 11">
                <a:extLst>
                  <a:ext uri="{FF2B5EF4-FFF2-40B4-BE49-F238E27FC236}">
                    <a16:creationId xmlns:a16="http://schemas.microsoft.com/office/drawing/2014/main" id="{BC6BD1FE-185B-DA1D-58A7-C385DB46C1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46967" y="1631612"/>
                <a:ext cx="1080000" cy="1080000"/>
              </a:xfrm>
              <a:prstGeom prst="rect">
                <a:avLst/>
              </a:prstGeom>
              <a:scene3d>
                <a:camera prst="isometricOffAxis2Top"/>
                <a:lightRig rig="threePt" dir="t"/>
              </a:scene3d>
            </p:spPr>
          </p:pic>
        </p:grp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A92DDC37-E527-3FB9-F956-A30BAB5B114A}"/>
                </a:ext>
              </a:extLst>
            </p:cNvPr>
            <p:cNvGrpSpPr/>
            <p:nvPr/>
          </p:nvGrpSpPr>
          <p:grpSpPr>
            <a:xfrm>
              <a:off x="2856525" y="1447036"/>
              <a:ext cx="2404425" cy="3756161"/>
              <a:chOff x="3148706" y="334048"/>
              <a:chExt cx="2404425" cy="3756161"/>
            </a:xfrm>
          </p:grpSpPr>
          <p:sp>
            <p:nvSpPr>
              <p:cNvPr id="16" name="Retângulo 15">
                <a:extLst>
                  <a:ext uri="{FF2B5EF4-FFF2-40B4-BE49-F238E27FC236}">
                    <a16:creationId xmlns:a16="http://schemas.microsoft.com/office/drawing/2014/main" id="{688CA017-4A78-ED45-2416-675A98A3030D}"/>
                  </a:ext>
                </a:extLst>
              </p:cNvPr>
              <p:cNvSpPr/>
              <p:nvPr/>
            </p:nvSpPr>
            <p:spPr>
              <a:xfrm>
                <a:off x="3464302" y="334048"/>
                <a:ext cx="1440000" cy="144000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  <a:scene3d>
                <a:camera prst="isometricOffAxis2Top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4" name="Retângulo 13">
                <a:extLst>
                  <a:ext uri="{FF2B5EF4-FFF2-40B4-BE49-F238E27FC236}">
                    <a16:creationId xmlns:a16="http://schemas.microsoft.com/office/drawing/2014/main" id="{5B46CADC-7068-2293-1371-13380A0D8C70}"/>
                  </a:ext>
                </a:extLst>
              </p:cNvPr>
              <p:cNvSpPr/>
              <p:nvPr/>
            </p:nvSpPr>
            <p:spPr>
              <a:xfrm>
                <a:off x="4113131" y="1097178"/>
                <a:ext cx="1440000" cy="288000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  <a:scene3d>
                <a:camera prst="isometricOffAxis2Righ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Retângulo 14">
                <a:extLst>
                  <a:ext uri="{FF2B5EF4-FFF2-40B4-BE49-F238E27FC236}">
                    <a16:creationId xmlns:a16="http://schemas.microsoft.com/office/drawing/2014/main" id="{B7BF66AF-987B-754B-3849-49180A847FF9}"/>
                  </a:ext>
                </a:extLst>
              </p:cNvPr>
              <p:cNvSpPr/>
              <p:nvPr/>
            </p:nvSpPr>
            <p:spPr>
              <a:xfrm>
                <a:off x="3148706" y="1210209"/>
                <a:ext cx="1440000" cy="288000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  <a:scene3d>
                <a:camera prst="isometricOffAxis2Left"/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381EB206-080E-5C34-52E6-0B88011EDD83}"/>
                </a:ext>
              </a:extLst>
            </p:cNvPr>
            <p:cNvSpPr/>
            <p:nvPr/>
          </p:nvSpPr>
          <p:spPr>
            <a:xfrm>
              <a:off x="3184821" y="1967736"/>
              <a:ext cx="1440000" cy="144000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  <a:scene3d>
              <a:camera prst="isometricOffAxis2Top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AA2C0367-DBF6-D482-0699-F65AD6AC459E}"/>
              </a:ext>
            </a:extLst>
          </p:cNvPr>
          <p:cNvGrpSpPr/>
          <p:nvPr/>
        </p:nvGrpSpPr>
        <p:grpSpPr>
          <a:xfrm>
            <a:off x="7636548" y="1975165"/>
            <a:ext cx="3007550" cy="2907669"/>
            <a:chOff x="5057617" y="859082"/>
            <a:chExt cx="3007550" cy="2907669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D8D6F4DA-B266-4955-EC67-23DB1946B85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57617" y="1966751"/>
              <a:ext cx="1800000" cy="1800000"/>
            </a:xfrm>
            <a:prstGeom prst="rect">
              <a:avLst/>
            </a:prstGeom>
            <a:scene3d>
              <a:camera prst="isometricOffAxis2Left"/>
              <a:lightRig rig="threePt" dir="t"/>
            </a:scene3d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C398C755-F037-B166-8BAE-CC100405C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65167" y="1837175"/>
              <a:ext cx="1800000" cy="1800000"/>
            </a:xfrm>
            <a:prstGeom prst="rect">
              <a:avLst/>
            </a:prstGeom>
            <a:scene3d>
              <a:camera prst="isometricOffAxis2Right"/>
              <a:lightRig rig="threePt" dir="t"/>
            </a:scene3d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C81FE4EF-7613-F351-2216-D81D98C7BE0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52840" y="859082"/>
              <a:ext cx="1800000" cy="1800000"/>
            </a:xfrm>
            <a:prstGeom prst="rect">
              <a:avLst/>
            </a:prstGeom>
            <a:scene3d>
              <a:camera prst="isometricOffAxis2Top"/>
              <a:lightRig rig="threePt" dir="t"/>
            </a:scene3d>
          </p:spPr>
        </p:pic>
      </p:grp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A6FBA584-DA60-1184-498A-3E6F811082DF}"/>
              </a:ext>
            </a:extLst>
          </p:cNvPr>
          <p:cNvCxnSpPr/>
          <p:nvPr/>
        </p:nvCxnSpPr>
        <p:spPr>
          <a:xfrm>
            <a:off x="1752138" y="2122132"/>
            <a:ext cx="0" cy="2657475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786A3C2C-9F36-F6E1-7568-162288CB9115}"/>
              </a:ext>
            </a:extLst>
          </p:cNvPr>
          <p:cNvCxnSpPr>
            <a:cxnSpLocks/>
          </p:cNvCxnSpPr>
          <p:nvPr/>
        </p:nvCxnSpPr>
        <p:spPr>
          <a:xfrm>
            <a:off x="7474620" y="3003580"/>
            <a:ext cx="0" cy="1714727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37F52325-BEC2-103A-269F-F09790841BBD}"/>
              </a:ext>
            </a:extLst>
          </p:cNvPr>
          <p:cNvCxnSpPr>
            <a:cxnSpLocks/>
          </p:cNvCxnSpPr>
          <p:nvPr/>
        </p:nvCxnSpPr>
        <p:spPr>
          <a:xfrm>
            <a:off x="7655011" y="5007808"/>
            <a:ext cx="1663160" cy="237325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E6619B59-340E-2CAE-A3DA-8D06214A28F8}"/>
              </a:ext>
            </a:extLst>
          </p:cNvPr>
          <p:cNvCxnSpPr>
            <a:cxnSpLocks/>
          </p:cNvCxnSpPr>
          <p:nvPr/>
        </p:nvCxnSpPr>
        <p:spPr>
          <a:xfrm>
            <a:off x="1940227" y="5078535"/>
            <a:ext cx="1324077" cy="255650"/>
          </a:xfrm>
          <a:prstGeom prst="straightConnector1">
            <a:avLst/>
          </a:prstGeom>
          <a:ln>
            <a:solidFill>
              <a:srgbClr val="FFC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8CC4E22F-F8CB-F8EC-3576-7FCE235AD680}"/>
              </a:ext>
            </a:extLst>
          </p:cNvPr>
          <p:cNvSpPr txBox="1"/>
          <p:nvPr/>
        </p:nvSpPr>
        <p:spPr>
          <a:xfrm>
            <a:off x="6800364" y="367627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1.0f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869056E1-FF4B-E9C0-4461-C5AA60D6E0EE}"/>
              </a:ext>
            </a:extLst>
          </p:cNvPr>
          <p:cNvSpPr txBox="1"/>
          <p:nvPr/>
        </p:nvSpPr>
        <p:spPr>
          <a:xfrm>
            <a:off x="8140983" y="5135633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1.0f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0B948B9F-65E0-6F04-45C0-B3B6341BA519}"/>
              </a:ext>
            </a:extLst>
          </p:cNvPr>
          <p:cNvSpPr txBox="1"/>
          <p:nvPr/>
        </p:nvSpPr>
        <p:spPr>
          <a:xfrm>
            <a:off x="1095095" y="312593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1.8f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A965D7A-016F-778F-8BB1-A658C293B5F2}"/>
              </a:ext>
            </a:extLst>
          </p:cNvPr>
          <p:cNvSpPr txBox="1"/>
          <p:nvPr/>
        </p:nvSpPr>
        <p:spPr>
          <a:xfrm>
            <a:off x="2085061" y="522736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0.6f</a:t>
            </a:r>
          </a:p>
        </p:txBody>
      </p: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1909806E-996A-AF9F-E217-9D04F6AD3FE9}"/>
              </a:ext>
            </a:extLst>
          </p:cNvPr>
          <p:cNvCxnSpPr>
            <a:cxnSpLocks/>
          </p:cNvCxnSpPr>
          <p:nvPr/>
        </p:nvCxnSpPr>
        <p:spPr>
          <a:xfrm>
            <a:off x="4148989" y="2466598"/>
            <a:ext cx="0" cy="2057331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ECEC66E-0B7B-378E-5402-26057A8E2593}"/>
              </a:ext>
            </a:extLst>
          </p:cNvPr>
          <p:cNvSpPr txBox="1"/>
          <p:nvPr/>
        </p:nvSpPr>
        <p:spPr>
          <a:xfrm>
            <a:off x="4242169" y="3266203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C00000"/>
                </a:solidFill>
                <a:latin typeface="Consolas" panose="020B0609020204030204" pitchFamily="49" charset="0"/>
              </a:rPr>
              <a:t>1.62f</a:t>
            </a:r>
          </a:p>
        </p:txBody>
      </p:sp>
    </p:spTree>
    <p:extLst>
      <p:ext uri="{BB962C8B-B14F-4D97-AF65-F5344CB8AC3E}">
        <p14:creationId xmlns:p14="http://schemas.microsoft.com/office/powerpoint/2010/main" val="1871082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 descr="Image of overlapping edges of AABB">
            <a:extLst>
              <a:ext uri="{FF2B5EF4-FFF2-40B4-BE49-F238E27FC236}">
                <a16:creationId xmlns:a16="http://schemas.microsoft.com/office/drawing/2014/main" id="{97B87DC0-BD91-7CDB-9423-2E97BEA5C1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828800"/>
            <a:ext cx="8572500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55017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Morgana Stradivarius</dc:creator>
  <cp:lastModifiedBy>Morgana Stradivarius</cp:lastModifiedBy>
  <cp:revision>1</cp:revision>
  <dcterms:created xsi:type="dcterms:W3CDTF">2025-12-27T18:00:05Z</dcterms:created>
  <dcterms:modified xsi:type="dcterms:W3CDTF">2025-12-27T18:35:00Z</dcterms:modified>
</cp:coreProperties>
</file>